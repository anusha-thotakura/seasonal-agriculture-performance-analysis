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979"/>
      </p:cViewPr>
      <p:guideLst>
        <p:guide orient="horz" pos="1968"/>
        <p:guide pos="408"/>
        <p:guide orient="horz" pos="3912"/>
        <p:guide pos="7272"/>
        <p:guide orient="horz" pos="16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
        <p:cNvGrpSpPr/>
        <p:nvPr/>
      </p:nvGrpSpPr>
      <p:grpSpPr>
        <a:xfrm>
          <a:off x="0" y="0"/>
          <a:ext cx="0" cy="0"/>
          <a:chOff x="0" y="0"/>
          <a:chExt cx="0" cy="0"/>
        </a:xfrm>
      </p:grpSpPr>
      <p:sp>
        <p:nvSpPr>
          <p:cNvPr id="47" name="Google Shape;47;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51" name="Google Shape;51;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3"/>
        <p:cNvGrpSpPr/>
        <p:nvPr/>
      </p:nvGrpSpPr>
      <p:grpSpPr>
        <a:xfrm>
          <a:off x="0" y="0"/>
          <a:ext cx="0" cy="0"/>
          <a:chOff x="0" y="0"/>
          <a:chExt cx="0" cy="0"/>
        </a:xfrm>
      </p:grpSpPr>
      <p:sp>
        <p:nvSpPr>
          <p:cNvPr id="74" name="Google Shape;74;p2"/>
          <p:cNvSpPr txBox="1">
            <a:spLocks noGrp="1"/>
          </p:cNvSpPr>
          <p:nvPr>
            <p:ph type="body" idx="1"/>
          </p:nvPr>
        </p:nvSpPr>
        <p:spPr>
          <a:xfrm>
            <a:off x="6312871" y="4141999"/>
            <a:ext cx="4220700" cy="8616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228600" algn="l" rtl="0">
              <a:spcBef>
                <a:spcPts val="1000"/>
              </a:spcBef>
              <a:spcAft>
                <a:spcPts val="0"/>
              </a:spcAft>
              <a:buSzPts val="1600"/>
              <a:buNone/>
              <a:defRPr sz="2000"/>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75" name="Google Shape;75;p2"/>
          <p:cNvSpPr/>
          <p:nvPr/>
        </p:nvSpPr>
        <p:spPr>
          <a:xfrm>
            <a:off x="740309" y="1382809"/>
            <a:ext cx="1229700" cy="10599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6" name="Google Shape;76;p2"/>
          <p:cNvSpPr/>
          <p:nvPr/>
        </p:nvSpPr>
        <p:spPr>
          <a:xfrm>
            <a:off x="3755031" y="1194620"/>
            <a:ext cx="1666200" cy="1436400"/>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7" name="Google Shape;77;p2"/>
          <p:cNvSpPr/>
          <p:nvPr/>
        </p:nvSpPr>
        <p:spPr>
          <a:xfrm>
            <a:off x="3804994" y="5233183"/>
            <a:ext cx="718200" cy="619200"/>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8" name="Google Shape;78;p2"/>
          <p:cNvSpPr/>
          <p:nvPr/>
        </p:nvSpPr>
        <p:spPr>
          <a:xfrm>
            <a:off x="1837838" y="1101306"/>
            <a:ext cx="651600" cy="561600"/>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Google Shape;79;p2"/>
          <p:cNvSpPr>
            <a:spLocks noGrp="1"/>
          </p:cNvSpPr>
          <p:nvPr>
            <p:ph type="pic" idx="2"/>
          </p:nvPr>
        </p:nvSpPr>
        <p:spPr>
          <a:xfrm>
            <a:off x="1571515" y="1914044"/>
            <a:ext cx="3993600" cy="3617700"/>
          </a:xfrm>
          <a:prstGeom prst="rect">
            <a:avLst/>
          </a:prstGeom>
          <a:noFill/>
          <a:ln>
            <a:noFill/>
          </a:ln>
        </p:spPr>
      </p:sp>
      <p:sp>
        <p:nvSpPr>
          <p:cNvPr id="80" name="Google Shape;80;p2"/>
          <p:cNvSpPr txBox="1">
            <a:spLocks noGrp="1"/>
          </p:cNvSpPr>
          <p:nvPr>
            <p:ph type="title"/>
          </p:nvPr>
        </p:nvSpPr>
        <p:spPr>
          <a:xfrm>
            <a:off x="6312871" y="2050552"/>
            <a:ext cx="4998600" cy="1749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1"/>
        <p:cNvGrpSpPr/>
        <p:nvPr/>
      </p:nvGrpSpPr>
      <p:grpSpPr>
        <a:xfrm>
          <a:off x="0" y="0"/>
          <a:ext cx="0" cy="0"/>
          <a:chOff x="0" y="0"/>
          <a:chExt cx="0" cy="0"/>
        </a:xfrm>
      </p:grpSpPr>
      <p:sp>
        <p:nvSpPr>
          <p:cNvPr id="82" name="Google Shape;82;p3"/>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spcBef>
                <a:spcPts val="1000"/>
              </a:spcBef>
              <a:spcAft>
                <a:spcPts val="0"/>
              </a:spcAft>
              <a:buClr>
                <a:schemeClr val="accent4"/>
              </a:buClr>
              <a:buSzPts val="1600"/>
              <a:buFont typeface="Noto Sans Symbols"/>
              <a:buChar char="▪"/>
              <a:defRPr sz="2000"/>
            </a:lvl1pPr>
            <a:lvl2pPr marL="914400" lvl="1" indent="-320040" algn="l" rtl="0">
              <a:spcBef>
                <a:spcPts val="1000"/>
              </a:spcBef>
              <a:spcAft>
                <a:spcPts val="0"/>
              </a:spcAft>
              <a:buClr>
                <a:schemeClr val="accent4"/>
              </a:buClr>
              <a:buSzPts val="1440"/>
              <a:buFont typeface="Noto Sans Symbols"/>
              <a:buChar char="▪"/>
              <a:defRPr sz="1800"/>
            </a:lvl2pPr>
            <a:lvl3pPr marL="1371600" lvl="2" indent="-309880" algn="l" rtl="0">
              <a:spcBef>
                <a:spcPts val="1000"/>
              </a:spcBef>
              <a:spcAft>
                <a:spcPts val="0"/>
              </a:spcAft>
              <a:buClr>
                <a:schemeClr val="accent4"/>
              </a:buClr>
              <a:buSzPts val="1280"/>
              <a:buFont typeface="Noto Sans Symbols"/>
              <a:buChar char="▪"/>
              <a:defRPr sz="1600"/>
            </a:lvl3pPr>
            <a:lvl4pPr marL="1828800" lvl="3" indent="-309880" algn="l" rtl="0">
              <a:spcBef>
                <a:spcPts val="1000"/>
              </a:spcBef>
              <a:spcAft>
                <a:spcPts val="0"/>
              </a:spcAft>
              <a:buClr>
                <a:schemeClr val="accent4"/>
              </a:buClr>
              <a:buSzPts val="1280"/>
              <a:buFont typeface="Noto Sans Symbols"/>
              <a:buChar char="▪"/>
              <a:defRPr sz="1600"/>
            </a:lvl4pPr>
            <a:lvl5pPr marL="2286000" lvl="4" indent="-309879" algn="l" rtl="0">
              <a:spcBef>
                <a:spcPts val="1000"/>
              </a:spcBef>
              <a:spcAft>
                <a:spcPts val="0"/>
              </a:spcAft>
              <a:buClr>
                <a:schemeClr val="accent4"/>
              </a:buClr>
              <a:buSzPts val="1280"/>
              <a:buFont typeface="Noto Sans Symbols"/>
              <a:buChar char="▪"/>
              <a:defRPr sz="1600"/>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83" name="Google Shape;83;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4" name="Google Shape;84;p3"/>
          <p:cNvSpPr/>
          <p:nvPr/>
        </p:nvSpPr>
        <p:spPr>
          <a:xfrm>
            <a:off x="6692791" y="1699889"/>
            <a:ext cx="319800" cy="319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5" name="Google Shape;85;p3"/>
          <p:cNvSpPr/>
          <p:nvPr/>
        </p:nvSpPr>
        <p:spPr>
          <a:xfrm>
            <a:off x="9354457" y="5897738"/>
            <a:ext cx="180000" cy="180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6" name="Google Shape;86;p3"/>
          <p:cNvSpPr>
            <a:spLocks noGrp="1"/>
          </p:cNvSpPr>
          <p:nvPr>
            <p:ph type="pic" idx="2"/>
          </p:nvPr>
        </p:nvSpPr>
        <p:spPr>
          <a:xfrm>
            <a:off x="7090227" y="786181"/>
            <a:ext cx="4441500" cy="5393100"/>
          </a:xfrm>
          <a:prstGeom prst="rect">
            <a:avLst/>
          </a:prstGeom>
          <a:noFill/>
          <a:ln>
            <a:noFill/>
          </a:ln>
        </p:spPr>
      </p:sp>
      <p:sp>
        <p:nvSpPr>
          <p:cNvPr id="87" name="Google Shape;87;p3"/>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88"/>
        <p:cNvGrpSpPr/>
        <p:nvPr/>
      </p:nvGrpSpPr>
      <p:grpSpPr>
        <a:xfrm>
          <a:off x="0" y="0"/>
          <a:ext cx="0" cy="0"/>
          <a:chOff x="0" y="0"/>
          <a:chExt cx="0" cy="0"/>
        </a:xfrm>
      </p:grpSpPr>
      <p:sp>
        <p:nvSpPr>
          <p:cNvPr id="89" name="Google Shape;89;p4"/>
          <p:cNvSpPr/>
          <p:nvPr/>
        </p:nvSpPr>
        <p:spPr>
          <a:xfrm>
            <a:off x="7362825" y="443263"/>
            <a:ext cx="362100" cy="362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0" name="Google Shape;90;p4"/>
          <p:cNvSpPr/>
          <p:nvPr/>
        </p:nvSpPr>
        <p:spPr>
          <a:xfrm>
            <a:off x="11007246" y="5605994"/>
            <a:ext cx="654300" cy="6543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1" name="Google Shape;91;p4"/>
          <p:cNvSpPr/>
          <p:nvPr/>
        </p:nvSpPr>
        <p:spPr>
          <a:xfrm>
            <a:off x="10683791" y="6132439"/>
            <a:ext cx="251100" cy="2511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2" name="Google Shape;92;p4"/>
          <p:cNvSpPr>
            <a:spLocks noGrp="1"/>
          </p:cNvSpPr>
          <p:nvPr>
            <p:ph type="pic" idx="2"/>
          </p:nvPr>
        </p:nvSpPr>
        <p:spPr>
          <a:xfrm>
            <a:off x="5733416" y="624239"/>
            <a:ext cx="5855700" cy="5631600"/>
          </a:xfrm>
          <a:prstGeom prst="rect">
            <a:avLst/>
          </a:prstGeom>
          <a:noFill/>
          <a:ln>
            <a:noFill/>
          </a:ln>
        </p:spPr>
      </p:sp>
      <p:sp>
        <p:nvSpPr>
          <p:cNvPr id="93" name="Google Shape;93;p4"/>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lnSpc>
                <a:spcPct val="150000"/>
              </a:lnSpc>
              <a:spcBef>
                <a:spcPts val="1000"/>
              </a:spcBef>
              <a:spcAft>
                <a:spcPts val="0"/>
              </a:spcAft>
              <a:buClr>
                <a:schemeClr val="accent4"/>
              </a:buClr>
              <a:buSzPts val="1600"/>
              <a:buFont typeface="Noto Sans Symbols"/>
              <a:buChar char="▪"/>
              <a:defRPr sz="2000"/>
            </a:lvl1pPr>
            <a:lvl2pPr marL="914400" lvl="1" indent="-330200" algn="l" rtl="0">
              <a:spcBef>
                <a:spcPts val="1000"/>
              </a:spcBef>
              <a:spcAft>
                <a:spcPts val="0"/>
              </a:spcAft>
              <a:buClr>
                <a:schemeClr val="accent4"/>
              </a:buClr>
              <a:buSzPts val="1600"/>
              <a:buFont typeface="Noto Sans Symbols"/>
              <a:buChar char="▪"/>
              <a:defRPr sz="2000"/>
            </a:lvl2pPr>
            <a:lvl3pPr marL="1371600" lvl="2" indent="-320039" algn="l" rtl="0">
              <a:spcBef>
                <a:spcPts val="1000"/>
              </a:spcBef>
              <a:spcAft>
                <a:spcPts val="0"/>
              </a:spcAft>
              <a:buClr>
                <a:schemeClr val="accent4"/>
              </a:buClr>
              <a:buSzPts val="1440"/>
              <a:buFont typeface="Noto Sans Symbols"/>
              <a:buChar char="▪"/>
              <a:defRPr sz="1800"/>
            </a:lvl3pPr>
            <a:lvl4pPr marL="1828800" lvl="3" indent="-320039" algn="l" rtl="0">
              <a:spcBef>
                <a:spcPts val="1000"/>
              </a:spcBef>
              <a:spcAft>
                <a:spcPts val="0"/>
              </a:spcAft>
              <a:buClr>
                <a:schemeClr val="accent4"/>
              </a:buClr>
              <a:buSzPts val="1440"/>
              <a:buFont typeface="Noto Sans Symbols"/>
              <a:buChar char="▪"/>
              <a:defRPr sz="1800"/>
            </a:lvl4pPr>
            <a:lvl5pPr marL="2286000" lvl="4" indent="-320039" algn="l" rtl="0">
              <a:spcBef>
                <a:spcPts val="1000"/>
              </a:spcBef>
              <a:spcAft>
                <a:spcPts val="0"/>
              </a:spcAft>
              <a:buClr>
                <a:schemeClr val="accent4"/>
              </a:buClr>
              <a:buSzPts val="1440"/>
              <a:buFont typeface="Noto Sans Symbols"/>
              <a:buChar char="▪"/>
              <a:defRPr sz="1800"/>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94" name="Google Shape;94;p4"/>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95"/>
        <p:cNvGrpSpPr/>
        <p:nvPr/>
      </p:nvGrpSpPr>
      <p:grpSpPr>
        <a:xfrm>
          <a:off x="0" y="0"/>
          <a:ext cx="0" cy="0"/>
          <a:chOff x="0" y="0"/>
          <a:chExt cx="0" cy="0"/>
        </a:xfrm>
      </p:grpSpPr>
      <p:sp>
        <p:nvSpPr>
          <p:cNvPr id="96" name="Google Shape;96;p5"/>
          <p:cNvSpPr>
            <a:spLocks noGrp="1"/>
          </p:cNvSpPr>
          <p:nvPr>
            <p:ph type="pic" idx="2"/>
          </p:nvPr>
        </p:nvSpPr>
        <p:spPr>
          <a:xfrm>
            <a:off x="5353508" y="2555551"/>
            <a:ext cx="1485000" cy="1280100"/>
          </a:xfrm>
          <a:prstGeom prst="rect">
            <a:avLst/>
          </a:prstGeom>
          <a:noFill/>
          <a:ln>
            <a:noFill/>
          </a:ln>
        </p:spPr>
      </p:sp>
      <p:sp>
        <p:nvSpPr>
          <p:cNvPr id="97" name="Google Shape;97;p5"/>
          <p:cNvSpPr>
            <a:spLocks noGrp="1"/>
          </p:cNvSpPr>
          <p:nvPr>
            <p:ph type="pic" idx="3"/>
          </p:nvPr>
        </p:nvSpPr>
        <p:spPr>
          <a:xfrm>
            <a:off x="3115921" y="2555551"/>
            <a:ext cx="1485000" cy="1280100"/>
          </a:xfrm>
          <a:prstGeom prst="rect">
            <a:avLst/>
          </a:prstGeom>
          <a:noFill/>
          <a:ln>
            <a:noFill/>
          </a:ln>
        </p:spPr>
      </p:sp>
      <p:sp>
        <p:nvSpPr>
          <p:cNvPr id="98" name="Google Shape;98;p5"/>
          <p:cNvSpPr>
            <a:spLocks noGrp="1"/>
          </p:cNvSpPr>
          <p:nvPr>
            <p:ph type="pic" idx="4"/>
          </p:nvPr>
        </p:nvSpPr>
        <p:spPr>
          <a:xfrm>
            <a:off x="7602465" y="2555551"/>
            <a:ext cx="1485000" cy="1280100"/>
          </a:xfrm>
          <a:prstGeom prst="rect">
            <a:avLst/>
          </a:prstGeom>
          <a:noFill/>
          <a:ln>
            <a:noFill/>
          </a:ln>
        </p:spPr>
      </p:sp>
      <p:sp>
        <p:nvSpPr>
          <p:cNvPr id="99" name="Google Shape;99;p5"/>
          <p:cNvSpPr>
            <a:spLocks noGrp="1"/>
          </p:cNvSpPr>
          <p:nvPr>
            <p:ph type="pic" idx="5"/>
          </p:nvPr>
        </p:nvSpPr>
        <p:spPr>
          <a:xfrm>
            <a:off x="9840051" y="2555551"/>
            <a:ext cx="1485000" cy="1280100"/>
          </a:xfrm>
          <a:prstGeom prst="rect">
            <a:avLst/>
          </a:prstGeom>
          <a:noFill/>
          <a:ln>
            <a:noFill/>
          </a:ln>
        </p:spPr>
      </p:sp>
      <p:sp>
        <p:nvSpPr>
          <p:cNvPr id="100" name="Google Shape;100;p5"/>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5"/>
          <p:cNvSpPr/>
          <p:nvPr/>
        </p:nvSpPr>
        <p:spPr>
          <a:xfrm>
            <a:off x="546669" y="3467555"/>
            <a:ext cx="458400" cy="3951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2" name="Google Shape;102;p5"/>
          <p:cNvSpPr/>
          <p:nvPr/>
        </p:nvSpPr>
        <p:spPr>
          <a:xfrm>
            <a:off x="11113337" y="2394722"/>
            <a:ext cx="358500" cy="309000"/>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3" name="Google Shape;103;p5"/>
          <p:cNvSpPr/>
          <p:nvPr/>
        </p:nvSpPr>
        <p:spPr>
          <a:xfrm>
            <a:off x="10882649" y="2202202"/>
            <a:ext cx="230700" cy="198900"/>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4" name="Google Shape;104;p5"/>
          <p:cNvSpPr txBox="1">
            <a:spLocks noGrp="1"/>
          </p:cNvSpPr>
          <p:nvPr>
            <p:ph type="body" idx="1"/>
          </p:nvPr>
        </p:nvSpPr>
        <p:spPr>
          <a:xfrm>
            <a:off x="546668"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5" name="Google Shape;105;p5"/>
          <p:cNvSpPr txBox="1">
            <a:spLocks noGrp="1"/>
          </p:cNvSpPr>
          <p:nvPr>
            <p:ph type="body" idx="6"/>
          </p:nvPr>
        </p:nvSpPr>
        <p:spPr>
          <a:xfrm>
            <a:off x="556692"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6" name="Google Shape;106;p5"/>
          <p:cNvSpPr txBox="1">
            <a:spLocks noGrp="1"/>
          </p:cNvSpPr>
          <p:nvPr>
            <p:ph type="body" idx="7"/>
          </p:nvPr>
        </p:nvSpPr>
        <p:spPr>
          <a:xfrm>
            <a:off x="2789482"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7" name="Google Shape;107;p5"/>
          <p:cNvSpPr txBox="1">
            <a:spLocks noGrp="1"/>
          </p:cNvSpPr>
          <p:nvPr>
            <p:ph type="body" idx="8"/>
          </p:nvPr>
        </p:nvSpPr>
        <p:spPr>
          <a:xfrm>
            <a:off x="278948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8" name="Google Shape;108;p5"/>
          <p:cNvSpPr txBox="1">
            <a:spLocks noGrp="1"/>
          </p:cNvSpPr>
          <p:nvPr>
            <p:ph type="body" idx="9"/>
          </p:nvPr>
        </p:nvSpPr>
        <p:spPr>
          <a:xfrm>
            <a:off x="5032296"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9" name="Google Shape;109;p5"/>
          <p:cNvSpPr txBox="1">
            <a:spLocks noGrp="1"/>
          </p:cNvSpPr>
          <p:nvPr>
            <p:ph type="body" idx="13"/>
          </p:nvPr>
        </p:nvSpPr>
        <p:spPr>
          <a:xfrm>
            <a:off x="502920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0" name="Google Shape;110;p5"/>
          <p:cNvSpPr txBox="1">
            <a:spLocks noGrp="1"/>
          </p:cNvSpPr>
          <p:nvPr>
            <p:ph type="body" idx="14"/>
          </p:nvPr>
        </p:nvSpPr>
        <p:spPr>
          <a:xfrm>
            <a:off x="7275110"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1" name="Google Shape;111;p5"/>
          <p:cNvSpPr txBox="1">
            <a:spLocks noGrp="1"/>
          </p:cNvSpPr>
          <p:nvPr>
            <p:ph type="body" idx="15"/>
          </p:nvPr>
        </p:nvSpPr>
        <p:spPr>
          <a:xfrm>
            <a:off x="727511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2" name="Google Shape;112;p5"/>
          <p:cNvSpPr txBox="1">
            <a:spLocks noGrp="1"/>
          </p:cNvSpPr>
          <p:nvPr>
            <p:ph type="body" idx="16"/>
          </p:nvPr>
        </p:nvSpPr>
        <p:spPr>
          <a:xfrm>
            <a:off x="9517923"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3" name="Google Shape;113;p5"/>
          <p:cNvSpPr txBox="1">
            <a:spLocks noGrp="1"/>
          </p:cNvSpPr>
          <p:nvPr>
            <p:ph type="body" idx="17"/>
          </p:nvPr>
        </p:nvSpPr>
        <p:spPr>
          <a:xfrm>
            <a:off x="951792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4" name="Google Shape;114;p5"/>
          <p:cNvSpPr>
            <a:spLocks noGrp="1"/>
          </p:cNvSpPr>
          <p:nvPr>
            <p:ph type="pic" idx="18"/>
          </p:nvPr>
        </p:nvSpPr>
        <p:spPr>
          <a:xfrm>
            <a:off x="878337" y="2555551"/>
            <a:ext cx="1485000" cy="12801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5"/>
        <p:cNvGrpSpPr/>
        <p:nvPr/>
      </p:nvGrpSpPr>
      <p:grpSpPr>
        <a:xfrm>
          <a:off x="0" y="0"/>
          <a:ext cx="0" cy="0"/>
          <a:chOff x="0" y="0"/>
          <a:chExt cx="0" cy="0"/>
        </a:xfrm>
      </p:grpSpPr>
      <p:grpSp>
        <p:nvGrpSpPr>
          <p:cNvPr id="116" name="Google Shape;116;p6"/>
          <p:cNvGrpSpPr/>
          <p:nvPr/>
        </p:nvGrpSpPr>
        <p:grpSpPr>
          <a:xfrm>
            <a:off x="0" y="-8467"/>
            <a:ext cx="12192133" cy="6866580"/>
            <a:chOff x="0" y="-8467"/>
            <a:chExt cx="12192133" cy="6866580"/>
          </a:xfrm>
        </p:grpSpPr>
        <p:sp>
          <p:nvSpPr>
            <p:cNvPr id="117" name="Google Shape;117;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0"/>
              </a:schemeClr>
            </a:solidFill>
            <a:ln>
              <a:noFill/>
            </a:ln>
          </p:spPr>
        </p:sp>
        <p:cxnSp>
          <p:nvCxnSpPr>
            <p:cNvPr id="118" name="Google Shape;118;p6"/>
            <p:cNvCxnSpPr/>
            <p:nvPr/>
          </p:nvCxnSpPr>
          <p:spPr>
            <a:xfrm>
              <a:off x="9371012" y="0"/>
              <a:ext cx="1219200" cy="6858000"/>
            </a:xfrm>
            <a:prstGeom prst="straightConnector1">
              <a:avLst/>
            </a:prstGeom>
            <a:noFill/>
            <a:ln w="9525" cap="flat" cmpd="sng">
              <a:solidFill>
                <a:schemeClr val="accent1">
                  <a:alpha val="69800"/>
                </a:schemeClr>
              </a:solidFill>
              <a:prstDash val="solid"/>
              <a:round/>
              <a:headEnd type="none" w="sm" len="sm"/>
              <a:tailEnd type="none" w="sm" len="sm"/>
            </a:ln>
          </p:spPr>
        </p:cxnSp>
        <p:cxnSp>
          <p:nvCxnSpPr>
            <p:cNvPr id="119" name="Google Shape;119;p6"/>
            <p:cNvCxnSpPr/>
            <p:nvPr/>
          </p:nvCxnSpPr>
          <p:spPr>
            <a:xfrm flipH="1">
              <a:off x="7425125" y="3681413"/>
              <a:ext cx="4763700" cy="3176700"/>
            </a:xfrm>
            <a:prstGeom prst="straightConnector1">
              <a:avLst/>
            </a:prstGeom>
            <a:noFill/>
            <a:ln w="9525" cap="flat" cmpd="sng">
              <a:solidFill>
                <a:schemeClr val="accent1">
                  <a:alpha val="69800"/>
                </a:schemeClr>
              </a:solidFill>
              <a:prstDash val="solid"/>
              <a:round/>
              <a:headEnd type="none" w="sm" len="sm"/>
              <a:tailEnd type="none" w="sm" len="sm"/>
            </a:ln>
          </p:spPr>
        </p:cxnSp>
        <p:sp>
          <p:nvSpPr>
            <p:cNvPr id="120" name="Google Shape;120;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90"/>
              </a:schemeClr>
            </a:solidFill>
            <a:ln>
              <a:noFill/>
            </a:ln>
          </p:spPr>
        </p:sp>
        <p:sp>
          <p:nvSpPr>
            <p:cNvPr id="121" name="Google Shape;121;p6"/>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22" name="Google Shape;122;p6"/>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0"/>
              </a:srgbClr>
            </a:solidFill>
            <a:ln>
              <a:noFill/>
            </a:ln>
          </p:spPr>
        </p:sp>
        <p:sp>
          <p:nvSpPr>
            <p:cNvPr id="124" name="Google Shape;124;p6"/>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0"/>
              </a:schemeClr>
            </a:solidFill>
            <a:ln>
              <a:noFill/>
            </a:ln>
          </p:spPr>
        </p:sp>
        <p:sp>
          <p:nvSpPr>
            <p:cNvPr id="125" name="Google Shape;125;p6"/>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6" name="Google Shape;126;p6"/>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6"/>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Clr>
                <a:schemeClr val="accent1"/>
              </a:buClr>
              <a:buSzPts val="5400"/>
              <a:buFont typeface="Trebuchet MS"/>
              <a:buNone/>
              <a:defRPr sz="540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6"/>
          <p:cNvSpPr txBox="1">
            <a:spLocks noGrp="1"/>
          </p:cNvSpPr>
          <p:nvPr>
            <p:ph type="subTitle" idx="1"/>
          </p:nvPr>
        </p:nvSpPr>
        <p:spPr>
          <a:xfrm>
            <a:off x="1507067" y="4050833"/>
            <a:ext cx="7767000" cy="1096800"/>
          </a:xfrm>
          <a:prstGeom prst="rect">
            <a:avLst/>
          </a:prstGeom>
          <a:noFill/>
          <a:ln>
            <a:noFill/>
          </a:ln>
        </p:spPr>
        <p:txBody>
          <a:bodyPr spcFirstLastPara="1" wrap="square" lIns="91425" tIns="45700" rIns="91425" bIns="45700" anchor="t" anchorCtr="0">
            <a:normAutofit/>
          </a:bodyPr>
          <a:lstStyle>
            <a:lvl1pPr lvl="0" algn="r" rtl="0">
              <a:spcBef>
                <a:spcPts val="1000"/>
              </a:spcBef>
              <a:spcAft>
                <a:spcPts val="0"/>
              </a:spcAft>
              <a:buSzPts val="1440"/>
              <a:buNone/>
              <a:defRPr>
                <a:solidFill>
                  <a:srgbClr val="7F7F7F"/>
                </a:solidFill>
              </a:defRPr>
            </a:lvl1pPr>
            <a:lvl2pPr lvl="1" algn="ctr" rtl="0">
              <a:spcBef>
                <a:spcPts val="1000"/>
              </a:spcBef>
              <a:spcAft>
                <a:spcPts val="0"/>
              </a:spcAft>
              <a:buSzPts val="1280"/>
              <a:buNone/>
              <a:defRPr>
                <a:solidFill>
                  <a:srgbClr val="888888"/>
                </a:solidFill>
              </a:defRPr>
            </a:lvl2pPr>
            <a:lvl3pPr lvl="2" algn="ctr" rtl="0">
              <a:spcBef>
                <a:spcPts val="1000"/>
              </a:spcBef>
              <a:spcAft>
                <a:spcPts val="0"/>
              </a:spcAft>
              <a:buSzPts val="1120"/>
              <a:buNone/>
              <a:defRPr>
                <a:solidFill>
                  <a:srgbClr val="888888"/>
                </a:solidFill>
              </a:defRPr>
            </a:lvl3pPr>
            <a:lvl4pPr lvl="3" algn="ctr" rtl="0">
              <a:spcBef>
                <a:spcPts val="1000"/>
              </a:spcBef>
              <a:spcAft>
                <a:spcPts val="0"/>
              </a:spcAft>
              <a:buSzPts val="960"/>
              <a:buNone/>
              <a:defRPr>
                <a:solidFill>
                  <a:srgbClr val="888888"/>
                </a:solidFill>
              </a:defRPr>
            </a:lvl4pPr>
            <a:lvl5pPr lvl="4" algn="ctr" rtl="0">
              <a:spcBef>
                <a:spcPts val="1000"/>
              </a:spcBef>
              <a:spcAft>
                <a:spcPts val="0"/>
              </a:spcAft>
              <a:buSzPts val="960"/>
              <a:buNone/>
              <a:defRPr>
                <a:solidFill>
                  <a:srgbClr val="888888"/>
                </a:solidFill>
              </a:defRPr>
            </a:lvl5pPr>
            <a:lvl6pPr lvl="5" algn="ctr" rtl="0">
              <a:spcBef>
                <a:spcPts val="1000"/>
              </a:spcBef>
              <a:spcAft>
                <a:spcPts val="0"/>
              </a:spcAft>
              <a:buSzPts val="960"/>
              <a:buNone/>
              <a:defRPr>
                <a:solidFill>
                  <a:srgbClr val="888888"/>
                </a:solidFill>
              </a:defRPr>
            </a:lvl6pPr>
            <a:lvl7pPr lvl="6" algn="ctr" rtl="0">
              <a:spcBef>
                <a:spcPts val="1000"/>
              </a:spcBef>
              <a:spcAft>
                <a:spcPts val="0"/>
              </a:spcAft>
              <a:buSzPts val="960"/>
              <a:buNone/>
              <a:defRPr>
                <a:solidFill>
                  <a:srgbClr val="888888"/>
                </a:solidFill>
              </a:defRPr>
            </a:lvl7pPr>
            <a:lvl8pPr lvl="7" algn="ctr" rtl="0">
              <a:spcBef>
                <a:spcPts val="1000"/>
              </a:spcBef>
              <a:spcAft>
                <a:spcPts val="0"/>
              </a:spcAft>
              <a:buSzPts val="960"/>
              <a:buNone/>
              <a:defRPr>
                <a:solidFill>
                  <a:srgbClr val="888888"/>
                </a:solidFill>
              </a:defRPr>
            </a:lvl8pPr>
            <a:lvl9pPr lvl="8" algn="ctr" rtl="0">
              <a:spcBef>
                <a:spcPts val="1000"/>
              </a:spcBef>
              <a:spcAft>
                <a:spcPts val="0"/>
              </a:spcAft>
              <a:buSzPts val="960"/>
              <a:buNone/>
              <a:defRPr>
                <a:solidFill>
                  <a:srgbClr val="888888"/>
                </a:solidFill>
              </a:defRPr>
            </a:lvl9pPr>
          </a:lstStyle>
          <a:p>
            <a:endParaRPr/>
          </a:p>
        </p:txBody>
      </p:sp>
      <p:sp>
        <p:nvSpPr>
          <p:cNvPr id="129" name="Google Shape;129;p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0" name="Google Shape;130;p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1" name="Google Shape;131;p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7"/>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35" name="Google Shape;135;p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6" name="Google Shape;136;p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7" name="Google Shape;137;p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77335" y="2700867"/>
            <a:ext cx="8596800" cy="182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000"/>
              <a:buFont typeface="Trebuchet MS"/>
              <a:buNone/>
              <a:defRPr sz="40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8"/>
          <p:cNvSpPr txBox="1">
            <a:spLocks noGrp="1"/>
          </p:cNvSpPr>
          <p:nvPr>
            <p:ph type="body" idx="1"/>
          </p:nvPr>
        </p:nvSpPr>
        <p:spPr>
          <a:xfrm>
            <a:off x="677335" y="4527448"/>
            <a:ext cx="8596800" cy="8604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41" name="Google Shape;141;p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2" name="Google Shape;142;p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 name="Google Shape;143;p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9"/>
          <p:cNvSpPr txBox="1">
            <a:spLocks noGrp="1"/>
          </p:cNvSpPr>
          <p:nvPr>
            <p:ph type="body" idx="1"/>
          </p:nvPr>
        </p:nvSpPr>
        <p:spPr>
          <a:xfrm>
            <a:off x="677334"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7" name="Google Shape;147;p9"/>
          <p:cNvSpPr txBox="1">
            <a:spLocks noGrp="1"/>
          </p:cNvSpPr>
          <p:nvPr>
            <p:ph type="body" idx="2"/>
          </p:nvPr>
        </p:nvSpPr>
        <p:spPr>
          <a:xfrm>
            <a:off x="5089970"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8" name="Google Shape;148;p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9" name="Google Shape;149;p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0" name="Google Shape;150;p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3600"/>
              <a:buFont typeface="Trebuchet MS"/>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0"/>
          <p:cNvSpPr txBox="1">
            <a:spLocks noGrp="1"/>
          </p:cNvSpPr>
          <p:nvPr>
            <p:ph type="body" idx="1"/>
          </p:nvPr>
        </p:nvSpPr>
        <p:spPr>
          <a:xfrm>
            <a:off x="675745"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4" name="Google Shape;154;p10"/>
          <p:cNvSpPr txBox="1">
            <a:spLocks noGrp="1"/>
          </p:cNvSpPr>
          <p:nvPr>
            <p:ph type="body" idx="2"/>
          </p:nvPr>
        </p:nvSpPr>
        <p:spPr>
          <a:xfrm>
            <a:off x="675745"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5" name="Google Shape;155;p10"/>
          <p:cNvSpPr txBox="1">
            <a:spLocks noGrp="1"/>
          </p:cNvSpPr>
          <p:nvPr>
            <p:ph type="body" idx="3"/>
          </p:nvPr>
        </p:nvSpPr>
        <p:spPr>
          <a:xfrm>
            <a:off x="5088383"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6" name="Google Shape;156;p10"/>
          <p:cNvSpPr txBox="1">
            <a:spLocks noGrp="1"/>
          </p:cNvSpPr>
          <p:nvPr>
            <p:ph type="body" idx="4"/>
          </p:nvPr>
        </p:nvSpPr>
        <p:spPr>
          <a:xfrm>
            <a:off x="5088384"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7" name="Google Shape;157;p1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8" name="Google Shape;158;p1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9" name="Google Shape;159;p1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1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2" name="Google Shape;162;p1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3" name="Google Shape;163;p1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4" name="Google Shape;164;p1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5"/>
        <p:cNvGrpSpPr/>
        <p:nvPr/>
      </p:nvGrpSpPr>
      <p:grpSpPr>
        <a:xfrm>
          <a:off x="0" y="0"/>
          <a:ext cx="0" cy="0"/>
          <a:chOff x="0" y="0"/>
          <a:chExt cx="0" cy="0"/>
        </a:xfrm>
      </p:grpSpPr>
      <p:sp>
        <p:nvSpPr>
          <p:cNvPr id="166" name="Google Shape;166;p12"/>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7" name="Google Shape;167;p12"/>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8" name="Google Shape;168;p12"/>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677334" y="1498604"/>
            <a:ext cx="3854400" cy="1278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000"/>
              <a:buFont typeface="Trebuchet MS"/>
              <a:buNone/>
              <a:defRPr sz="200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1" name="Google Shape;171;p13"/>
          <p:cNvSpPr txBox="1">
            <a:spLocks noGrp="1"/>
          </p:cNvSpPr>
          <p:nvPr>
            <p:ph type="body" idx="1"/>
          </p:nvPr>
        </p:nvSpPr>
        <p:spPr>
          <a:xfrm>
            <a:off x="4760461" y="514924"/>
            <a:ext cx="4513500" cy="55263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72" name="Google Shape;172;p13"/>
          <p:cNvSpPr txBox="1">
            <a:spLocks noGrp="1"/>
          </p:cNvSpPr>
          <p:nvPr>
            <p:ph type="body" idx="2"/>
          </p:nvPr>
        </p:nvSpPr>
        <p:spPr>
          <a:xfrm>
            <a:off x="677334" y="2777069"/>
            <a:ext cx="3854400" cy="25845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120"/>
              <a:buNone/>
              <a:defRPr sz="1400"/>
            </a:lvl1pPr>
            <a:lvl2pPr marL="914400" lvl="1" indent="-228600" algn="l" rtl="0">
              <a:spcBef>
                <a:spcPts val="1000"/>
              </a:spcBef>
              <a:spcAft>
                <a:spcPts val="0"/>
              </a:spcAft>
              <a:buSzPts val="1120"/>
              <a:buNone/>
              <a:defRPr sz="1400"/>
            </a:lvl2pPr>
            <a:lvl3pPr marL="1371600" lvl="2" indent="-228600" algn="l" rtl="0">
              <a:spcBef>
                <a:spcPts val="1000"/>
              </a:spcBef>
              <a:spcAft>
                <a:spcPts val="0"/>
              </a:spcAft>
              <a:buSzPts val="960"/>
              <a:buNone/>
              <a:defRPr sz="1200"/>
            </a:lvl3pPr>
            <a:lvl4pPr marL="1828800" lvl="3" indent="-228600" algn="l" rtl="0">
              <a:spcBef>
                <a:spcPts val="1000"/>
              </a:spcBef>
              <a:spcAft>
                <a:spcPts val="0"/>
              </a:spcAft>
              <a:buSzPts val="800"/>
              <a:buNone/>
              <a:defRPr sz="1000"/>
            </a:lvl4pPr>
            <a:lvl5pPr marL="2286000" lvl="4" indent="-228600" algn="l" rtl="0">
              <a:spcBef>
                <a:spcPts val="1000"/>
              </a:spcBef>
              <a:spcAft>
                <a:spcPts val="0"/>
              </a:spcAft>
              <a:buSzPts val="800"/>
              <a:buNone/>
              <a:defRPr sz="1000"/>
            </a:lvl5pPr>
            <a:lvl6pPr marL="2743200" lvl="5" indent="-228600" algn="l" rtl="0">
              <a:spcBef>
                <a:spcPts val="1000"/>
              </a:spcBef>
              <a:spcAft>
                <a:spcPts val="0"/>
              </a:spcAft>
              <a:buSzPts val="800"/>
              <a:buNone/>
              <a:defRPr sz="1000"/>
            </a:lvl6pPr>
            <a:lvl7pPr marL="3200400" lvl="6" indent="-228600" algn="l" rtl="0">
              <a:spcBef>
                <a:spcPts val="1000"/>
              </a:spcBef>
              <a:spcAft>
                <a:spcPts val="0"/>
              </a:spcAft>
              <a:buSzPts val="800"/>
              <a:buNone/>
              <a:defRPr sz="1000"/>
            </a:lvl7pPr>
            <a:lvl8pPr marL="3657600" lvl="7" indent="-228600" algn="l" rtl="0">
              <a:spcBef>
                <a:spcPts val="1000"/>
              </a:spcBef>
              <a:spcAft>
                <a:spcPts val="0"/>
              </a:spcAft>
              <a:buSzPts val="800"/>
              <a:buNone/>
              <a:defRPr sz="1000"/>
            </a:lvl8pPr>
            <a:lvl9pPr marL="4114800" lvl="8" indent="-228600" algn="l" rtl="0">
              <a:spcBef>
                <a:spcPts val="1000"/>
              </a:spcBef>
              <a:spcAft>
                <a:spcPts val="0"/>
              </a:spcAft>
              <a:buSzPts val="800"/>
              <a:buNone/>
              <a:defRPr sz="1000"/>
            </a:lvl9pPr>
          </a:lstStyle>
          <a:p>
            <a:endParaRPr/>
          </a:p>
        </p:txBody>
      </p:sp>
      <p:sp>
        <p:nvSpPr>
          <p:cNvPr id="173" name="Google Shape;173;p13"/>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4" name="Google Shape;174;p13"/>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5" name="Google Shape;175;p13"/>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677334" y="4800600"/>
            <a:ext cx="85968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400"/>
              <a:buFont typeface="Trebuchet MS"/>
              <a:buNone/>
              <a:defRPr sz="24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8" name="Google Shape;178;p14"/>
          <p:cNvSpPr>
            <a:spLocks noGrp="1"/>
          </p:cNvSpPr>
          <p:nvPr>
            <p:ph type="pic" idx="2"/>
          </p:nvPr>
        </p:nvSpPr>
        <p:spPr>
          <a:xfrm>
            <a:off x="677334" y="609600"/>
            <a:ext cx="8596800" cy="3845700"/>
          </a:xfrm>
          <a:prstGeom prst="rect">
            <a:avLst/>
          </a:prstGeom>
          <a:noFill/>
          <a:ln>
            <a:noFill/>
          </a:ln>
        </p:spPr>
      </p:sp>
      <p:sp>
        <p:nvSpPr>
          <p:cNvPr id="179" name="Google Shape;179;p14"/>
          <p:cNvSpPr txBox="1">
            <a:spLocks noGrp="1"/>
          </p:cNvSpPr>
          <p:nvPr>
            <p:ph type="body" idx="1"/>
          </p:nvPr>
        </p:nvSpPr>
        <p:spPr>
          <a:xfrm>
            <a:off x="677334" y="5367338"/>
            <a:ext cx="8596800" cy="6741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960"/>
              <a:buNone/>
              <a:defRPr sz="1200"/>
            </a:lvl1pPr>
            <a:lvl2pPr marL="914400" lvl="1" indent="-228600" algn="l" rtl="0">
              <a:spcBef>
                <a:spcPts val="1000"/>
              </a:spcBef>
              <a:spcAft>
                <a:spcPts val="0"/>
              </a:spcAft>
              <a:buSzPts val="960"/>
              <a:buNone/>
              <a:defRPr sz="1200"/>
            </a:lvl2pPr>
            <a:lvl3pPr marL="1371600" lvl="2" indent="-228600" algn="l" rtl="0">
              <a:spcBef>
                <a:spcPts val="1000"/>
              </a:spcBef>
              <a:spcAft>
                <a:spcPts val="0"/>
              </a:spcAft>
              <a:buSzPts val="800"/>
              <a:buNone/>
              <a:defRPr sz="1000"/>
            </a:lvl3pPr>
            <a:lvl4pPr marL="1828800" lvl="3" indent="-228600" algn="l" rtl="0">
              <a:spcBef>
                <a:spcPts val="1000"/>
              </a:spcBef>
              <a:spcAft>
                <a:spcPts val="0"/>
              </a:spcAft>
              <a:buSzPts val="720"/>
              <a:buNone/>
              <a:defRPr sz="900"/>
            </a:lvl4pPr>
            <a:lvl5pPr marL="2286000" lvl="4" indent="-228600" algn="l" rtl="0">
              <a:spcBef>
                <a:spcPts val="1000"/>
              </a:spcBef>
              <a:spcAft>
                <a:spcPts val="0"/>
              </a:spcAft>
              <a:buSzPts val="720"/>
              <a:buNone/>
              <a:defRPr sz="900"/>
            </a:lvl5pPr>
            <a:lvl6pPr marL="2743200" lvl="5" indent="-228600" algn="l" rtl="0">
              <a:spcBef>
                <a:spcPts val="1000"/>
              </a:spcBef>
              <a:spcAft>
                <a:spcPts val="0"/>
              </a:spcAft>
              <a:buSzPts val="720"/>
              <a:buNone/>
              <a:defRPr sz="900"/>
            </a:lvl6pPr>
            <a:lvl7pPr marL="3200400" lvl="6" indent="-228600" algn="l" rtl="0">
              <a:spcBef>
                <a:spcPts val="1000"/>
              </a:spcBef>
              <a:spcAft>
                <a:spcPts val="0"/>
              </a:spcAft>
              <a:buSzPts val="720"/>
              <a:buNone/>
              <a:defRPr sz="900"/>
            </a:lvl7pPr>
            <a:lvl8pPr marL="3657600" lvl="7" indent="-228600" algn="l" rtl="0">
              <a:spcBef>
                <a:spcPts val="1000"/>
              </a:spcBef>
              <a:spcAft>
                <a:spcPts val="0"/>
              </a:spcAft>
              <a:buSzPts val="720"/>
              <a:buNone/>
              <a:defRPr sz="900"/>
            </a:lvl8pPr>
            <a:lvl9pPr marL="4114800" lvl="8" indent="-228600" algn="l" rtl="0">
              <a:spcBef>
                <a:spcPts val="1000"/>
              </a:spcBef>
              <a:spcAft>
                <a:spcPts val="0"/>
              </a:spcAft>
              <a:buSzPts val="720"/>
              <a:buNone/>
              <a:defRPr sz="900"/>
            </a:lvl9pPr>
          </a:lstStyle>
          <a:p>
            <a:endParaRPr/>
          </a:p>
        </p:txBody>
      </p:sp>
      <p:sp>
        <p:nvSpPr>
          <p:cNvPr id="180" name="Google Shape;180;p14"/>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1" name="Google Shape;181;p14"/>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14"/>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677335" y="609600"/>
            <a:ext cx="8596800" cy="3403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5" name="Google Shape;185;p15"/>
          <p:cNvSpPr txBox="1">
            <a:spLocks noGrp="1"/>
          </p:cNvSpPr>
          <p:nvPr>
            <p:ph type="body" idx="1"/>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86" name="Google Shape;186;p15"/>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7" name="Google Shape;187;p15"/>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8" name="Google Shape;188;p15"/>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1" name="Google Shape;191;p16"/>
          <p:cNvSpPr txBox="1">
            <a:spLocks noGrp="1"/>
          </p:cNvSpPr>
          <p:nvPr>
            <p:ph type="body" idx="1"/>
          </p:nvPr>
        </p:nvSpPr>
        <p:spPr>
          <a:xfrm>
            <a:off x="1366139"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l" rtl="0">
              <a:spcBef>
                <a:spcPts val="1000"/>
              </a:spcBef>
              <a:spcAft>
                <a:spcPts val="0"/>
              </a:spcAft>
              <a:buSzPts val="1280"/>
              <a:buFont typeface="Trebuchet MS"/>
              <a:buNone/>
              <a:defRPr sz="1600">
                <a:solidFill>
                  <a:srgbClr val="7F7F7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92" name="Google Shape;192;p16"/>
          <p:cNvSpPr txBox="1">
            <a:spLocks noGrp="1"/>
          </p:cNvSpPr>
          <p:nvPr>
            <p:ph type="body" idx="2"/>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93" name="Google Shape;193;p1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4" name="Google Shape;194;p1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1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6" name="Google Shape;196;p16"/>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97" name="Google Shape;197;p16"/>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677335" y="1931988"/>
            <a:ext cx="8596800" cy="2595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0" name="Google Shape;200;p17"/>
          <p:cNvSpPr txBox="1">
            <a:spLocks noGrp="1"/>
          </p:cNvSpPr>
          <p:nvPr>
            <p:ph type="body" idx="1"/>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1" name="Google Shape;201;p1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2" name="Google Shape;202;p1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3" name="Google Shape;203;p1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6" name="Google Shape;206;p18"/>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rgbClr val="3F3F3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07" name="Google Shape;207;p18"/>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8" name="Google Shape;208;p1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9" name="Google Shape;209;p1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0" name="Google Shape;210;p1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1" name="Google Shape;211;p18"/>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212" name="Google Shape;212;p18"/>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213"/>
        <p:cNvGrpSpPr/>
        <p:nvPr/>
      </p:nvGrpSpPr>
      <p:grpSpPr>
        <a:xfrm>
          <a:off x="0" y="0"/>
          <a:ext cx="0" cy="0"/>
          <a:chOff x="0" y="0"/>
          <a:chExt cx="0" cy="0"/>
        </a:xfrm>
      </p:grpSpPr>
      <p:sp>
        <p:nvSpPr>
          <p:cNvPr id="214" name="Google Shape;214;p19"/>
          <p:cNvSpPr txBox="1">
            <a:spLocks noGrp="1"/>
          </p:cNvSpPr>
          <p:nvPr>
            <p:ph type="title"/>
          </p:nvPr>
        </p:nvSpPr>
        <p:spPr>
          <a:xfrm>
            <a:off x="685799" y="609600"/>
            <a:ext cx="85881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5" name="Google Shape;215;p19"/>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chemeClr val="accent1"/>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16" name="Google Shape;216;p19"/>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17" name="Google Shape;217;p1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8" name="Google Shape;218;p1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1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0"/>
        <p:cNvGrpSpPr/>
        <p:nvPr/>
      </p:nvGrpSpPr>
      <p:grpSpPr>
        <a:xfrm>
          <a:off x="0" y="0"/>
          <a:ext cx="0" cy="0"/>
          <a:chOff x="0" y="0"/>
          <a:chExt cx="0" cy="0"/>
        </a:xfrm>
      </p:grpSpPr>
      <p:sp>
        <p:nvSpPr>
          <p:cNvPr id="221" name="Google Shape;221;p2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2" name="Google Shape;222;p20"/>
          <p:cNvSpPr txBox="1">
            <a:spLocks noGrp="1"/>
          </p:cNvSpPr>
          <p:nvPr>
            <p:ph type="body" idx="1"/>
          </p:nvPr>
        </p:nvSpPr>
        <p:spPr>
          <a:xfrm rot="5400000">
            <a:off x="3035202" y="-197411"/>
            <a:ext cx="3880800" cy="8596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3" name="Google Shape;223;p2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4" name="Google Shape;224;p2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5" name="Google Shape;225;p2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rot="5400000">
            <a:off x="5994316" y="2582999"/>
            <a:ext cx="5251500" cy="13047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8" name="Google Shape;228;p21"/>
          <p:cNvSpPr txBox="1">
            <a:spLocks noGrp="1"/>
          </p:cNvSpPr>
          <p:nvPr>
            <p:ph type="body" idx="1"/>
          </p:nvPr>
        </p:nvSpPr>
        <p:spPr>
          <a:xfrm rot="5400000">
            <a:off x="1581635" y="-294750"/>
            <a:ext cx="5251500" cy="7060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9" name="Google Shape;229;p2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0" name="Google Shape;230;p2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1" name="Google Shape;231;p2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232"/>
        <p:cNvGrpSpPr/>
        <p:nvPr/>
      </p:nvGrpSpPr>
      <p:grpSpPr>
        <a:xfrm>
          <a:off x="0" y="0"/>
          <a:ext cx="0" cy="0"/>
          <a:chOff x="0" y="0"/>
          <a:chExt cx="0" cy="0"/>
        </a:xfrm>
      </p:grpSpPr>
      <p:sp>
        <p:nvSpPr>
          <p:cNvPr id="233" name="Google Shape;233;p22"/>
          <p:cNvSpPr>
            <a:spLocks noGrp="1"/>
          </p:cNvSpPr>
          <p:nvPr>
            <p:ph type="pic" idx="2"/>
          </p:nvPr>
        </p:nvSpPr>
        <p:spPr>
          <a:xfrm>
            <a:off x="0" y="0"/>
            <a:ext cx="12192000" cy="6858000"/>
          </a:xfrm>
          <a:prstGeom prst="rect">
            <a:avLst/>
          </a:prstGeom>
          <a:noFill/>
          <a:ln>
            <a:noFill/>
          </a:ln>
        </p:spPr>
      </p:sp>
      <p:sp>
        <p:nvSpPr>
          <p:cNvPr id="234" name="Google Shape;234;p22" descr="Tall office building looking up"/>
          <p:cNvSpPr/>
          <p:nvPr/>
        </p:nvSpPr>
        <p:spPr>
          <a:xfrm>
            <a:off x="3718560" y="1181123"/>
            <a:ext cx="4755000" cy="4495800"/>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5" name="Google Shape;235;p22"/>
          <p:cNvSpPr txBox="1">
            <a:spLocks noGrp="1"/>
          </p:cNvSpPr>
          <p:nvPr>
            <p:ph type="body" idx="1"/>
          </p:nvPr>
        </p:nvSpPr>
        <p:spPr>
          <a:xfrm>
            <a:off x="4149139" y="4859469"/>
            <a:ext cx="3924900" cy="490500"/>
          </a:xfrm>
          <a:prstGeom prst="rect">
            <a:avLst/>
          </a:prstGeom>
          <a:noFill/>
          <a:ln>
            <a:noFill/>
          </a:ln>
        </p:spPr>
        <p:txBody>
          <a:bodyPr spcFirstLastPara="1" wrap="square" lIns="91425" tIns="45700" rIns="91425" bIns="45700" anchor="t" anchorCtr="0">
            <a:normAutofit/>
          </a:bodyPr>
          <a:lstStyle>
            <a:lvl1pPr marL="457200" lvl="0" indent="-228600" algn="r" rtl="0">
              <a:spcBef>
                <a:spcPts val="1000"/>
              </a:spcBef>
              <a:spcAft>
                <a:spcPts val="0"/>
              </a:spcAft>
              <a:buSzPts val="1920"/>
              <a:buNone/>
              <a:defRPr sz="2400" b="1">
                <a:solidFill>
                  <a:schemeClr val="accent4"/>
                </a:solidFill>
                <a:latin typeface="Calibri"/>
                <a:ea typeface="Calibri"/>
                <a:cs typeface="Calibri"/>
                <a:sym typeface="Calibri"/>
              </a:defRPr>
            </a:lvl1pPr>
            <a:lvl2pPr marL="914400" lvl="1" indent="-228600" algn="l" rtl="0">
              <a:spcBef>
                <a:spcPts val="1000"/>
              </a:spcBef>
              <a:spcAft>
                <a:spcPts val="0"/>
              </a:spcAft>
              <a:buSzPts val="1280"/>
              <a:buNone/>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36" name="Google Shape;236;p22"/>
          <p:cNvSpPr txBox="1">
            <a:spLocks noGrp="1"/>
          </p:cNvSpPr>
          <p:nvPr>
            <p:ph type="title"/>
          </p:nvPr>
        </p:nvSpPr>
        <p:spPr>
          <a:xfrm>
            <a:off x="4149139" y="1529685"/>
            <a:ext cx="3924900" cy="1695600"/>
          </a:xfrm>
          <a:prstGeom prst="rect">
            <a:avLst/>
          </a:prstGeom>
          <a:noFill/>
          <a:ln>
            <a:noFill/>
          </a:ln>
        </p:spPr>
        <p:txBody>
          <a:bodyPr spcFirstLastPara="1" wrap="square" lIns="91425" tIns="45700" rIns="91425" bIns="45700" anchor="t" anchorCtr="0">
            <a:normAutofit/>
          </a:bodyPr>
          <a:lstStyle>
            <a:lvl1pPr lvl="0" algn="l" rtl="0">
              <a:spcBef>
                <a:spcPts val="1000"/>
              </a:spcBef>
              <a:spcAft>
                <a:spcPts val="0"/>
              </a:spcAft>
              <a:buClr>
                <a:schemeClr val="lt1"/>
              </a:buClr>
              <a:buSzPts val="4800"/>
              <a:buFont typeface="Trebuchet MS"/>
              <a:buNone/>
              <a:defRPr sz="4800" b="1">
                <a:solidFill>
                  <a:schemeClr val="l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grpSp>
        <p:nvGrpSpPr>
          <p:cNvPr id="54" name="Google Shape;54;p1"/>
          <p:cNvGrpSpPr/>
          <p:nvPr/>
        </p:nvGrpSpPr>
        <p:grpSpPr>
          <a:xfrm>
            <a:off x="0" y="-8467"/>
            <a:ext cx="12192133" cy="6866580"/>
            <a:chOff x="0" y="-8467"/>
            <a:chExt cx="12192133" cy="6866580"/>
          </a:xfrm>
        </p:grpSpPr>
        <p:cxnSp>
          <p:nvCxnSpPr>
            <p:cNvPr id="55" name="Google Shape;55;p1"/>
            <p:cNvCxnSpPr/>
            <p:nvPr/>
          </p:nvCxnSpPr>
          <p:spPr>
            <a:xfrm>
              <a:off x="9371012" y="0"/>
              <a:ext cx="1219200" cy="6858000"/>
            </a:xfrm>
            <a:prstGeom prst="straightConnector1">
              <a:avLst/>
            </a:prstGeom>
            <a:noFill/>
            <a:ln w="9525" cap="flat" cmpd="sng">
              <a:solidFill>
                <a:schemeClr val="accent1">
                  <a:alpha val="69800"/>
                </a:schemeClr>
              </a:solidFill>
              <a:prstDash val="solid"/>
              <a:round/>
              <a:headEnd type="none" w="sm" len="sm"/>
              <a:tailEnd type="none" w="sm" len="sm"/>
            </a:ln>
          </p:spPr>
        </p:cxnSp>
        <p:cxnSp>
          <p:nvCxnSpPr>
            <p:cNvPr id="56" name="Google Shape;56;p1"/>
            <p:cNvCxnSpPr/>
            <p:nvPr/>
          </p:nvCxnSpPr>
          <p:spPr>
            <a:xfrm flipH="1">
              <a:off x="7425125" y="3681413"/>
              <a:ext cx="4763700" cy="3176700"/>
            </a:xfrm>
            <a:prstGeom prst="straightConnector1">
              <a:avLst/>
            </a:prstGeom>
            <a:noFill/>
            <a:ln w="9525" cap="flat" cmpd="sng">
              <a:solidFill>
                <a:schemeClr val="accent1">
                  <a:alpha val="69800"/>
                </a:schemeClr>
              </a:solidFill>
              <a:prstDash val="solid"/>
              <a:round/>
              <a:headEnd type="none" w="sm" len="sm"/>
              <a:tailEnd type="none" w="sm" len="sm"/>
            </a:ln>
          </p:spPr>
        </p:cxnSp>
        <p:sp>
          <p:nvSpPr>
            <p:cNvPr id="57" name="Google Shape;57;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90"/>
              </a:schemeClr>
            </a:solidFill>
            <a:ln>
              <a:noFill/>
            </a:ln>
          </p:spPr>
        </p:sp>
        <p:sp>
          <p:nvSpPr>
            <p:cNvPr id="58" name="Google Shape;58;p1"/>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9" name="Google Shape;59;p1"/>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0"/>
              </a:srgbClr>
            </a:solidFill>
            <a:ln>
              <a:noFill/>
            </a:ln>
          </p:spPr>
        </p:sp>
        <p:sp>
          <p:nvSpPr>
            <p:cNvPr id="61" name="Google Shape;61;p1"/>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0"/>
              </a:schemeClr>
            </a:solidFill>
            <a:ln>
              <a:noFill/>
            </a:ln>
          </p:spPr>
        </p:sp>
        <p:sp>
          <p:nvSpPr>
            <p:cNvPr id="62" name="Google Shape;62;p1"/>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3" name="Google Shape;63;p1"/>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0" y="4013200"/>
              <a:ext cx="448800" cy="2844900"/>
            </a:xfrm>
            <a:prstGeom prst="triangle">
              <a:avLst>
                <a:gd name="adj" fmla="val 0"/>
              </a:avLst>
            </a:prstGeom>
            <a:solidFill>
              <a:schemeClr val="accent1">
                <a:alpha val="698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66" name="Google Shape;66;p1"/>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67" name="Google Shape;67;p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8" name="Google Shape;68;p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9" name="Google Shape;69;p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1"/>
          <p:cNvSpPr txBox="1"/>
          <p:nvPr/>
        </p:nvSpPr>
        <p:spPr>
          <a:xfrm>
            <a:off x="660396" y="6378906"/>
            <a:ext cx="27432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accent2"/>
                </a:solidFill>
                <a:latin typeface="Trebuchet MS"/>
                <a:ea typeface="Trebuchet MS"/>
                <a:cs typeface="Trebuchet MS"/>
                <a:sym typeface="Trebuchet MS"/>
              </a:rPr>
              <a:t>9/3/2026</a:t>
            </a:r>
            <a:endParaRPr sz="1100" b="0" i="0" u="none" strike="noStrike" cap="none">
              <a:solidFill>
                <a:schemeClr val="accent2"/>
              </a:solidFill>
              <a:latin typeface="Trebuchet MS"/>
              <a:ea typeface="Trebuchet MS"/>
              <a:cs typeface="Trebuchet MS"/>
              <a:sym typeface="Trebuchet MS"/>
            </a:endParaRPr>
          </a:p>
        </p:txBody>
      </p:sp>
      <p:sp>
        <p:nvSpPr>
          <p:cNvPr id="71" name="Google Shape;71;p1"/>
          <p:cNvSpPr txBox="1"/>
          <p:nvPr/>
        </p:nvSpPr>
        <p:spPr>
          <a:xfrm>
            <a:off x="1445526" y="6378906"/>
            <a:ext cx="41148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a:ea typeface="Trebuchet MS"/>
                <a:cs typeface="Trebuchet MS"/>
                <a:sym typeface="Trebuchet MS"/>
              </a:rPr>
              <a:t>Annual Review</a:t>
            </a:r>
            <a:endParaRPr/>
          </a:p>
        </p:txBody>
      </p:sp>
      <p:sp>
        <p:nvSpPr>
          <p:cNvPr id="72" name="Google Shape;72;p1"/>
          <p:cNvSpPr txBox="1"/>
          <p:nvPr/>
        </p:nvSpPr>
        <p:spPr>
          <a:xfrm>
            <a:off x="8805338" y="6378906"/>
            <a:ext cx="27432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a:ea typeface="Trebuchet MS"/>
                <a:cs typeface="Trebuchet MS"/>
                <a:sym typeface="Trebuchet MS"/>
              </a:rPr>
              <a:t>‹#›</a:t>
            </a:fld>
            <a:endParaRPr sz="1100" b="0" i="0" u="none" strike="noStrike" cap="none">
              <a:solidFill>
                <a:schemeClr val="accent4"/>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body" idx="1"/>
          </p:nvPr>
        </p:nvSpPr>
        <p:spPr>
          <a:xfrm>
            <a:off x="-223158" y="3583914"/>
            <a:ext cx="10586357" cy="8616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600"/>
              <a:buNone/>
            </a:pPr>
            <a:r>
              <a:rPr lang="en-US" dirty="0">
                <a:solidFill>
                  <a:schemeClr val="dk1"/>
                </a:solidFill>
              </a:rPr>
              <a:t>Student Name : Thotakura Anusha </a:t>
            </a:r>
            <a:endParaRPr dirty="0">
              <a:solidFill>
                <a:schemeClr val="dk1"/>
              </a:solidFill>
            </a:endParaRPr>
          </a:p>
          <a:p>
            <a:pPr marL="0" lvl="0" indent="0" algn="r" rtl="0">
              <a:spcBef>
                <a:spcPts val="1000"/>
              </a:spcBef>
              <a:spcAft>
                <a:spcPts val="0"/>
              </a:spcAft>
              <a:buSzPts val="1600"/>
              <a:buNone/>
            </a:pPr>
            <a:r>
              <a:rPr lang="en-US" dirty="0">
                <a:solidFill>
                  <a:schemeClr val="dk1"/>
                </a:solidFill>
              </a:rPr>
              <a:t>College Name- Malla Reddy University</a:t>
            </a:r>
            <a:endParaRPr dirty="0">
              <a:solidFill>
                <a:schemeClr val="dk1"/>
              </a:solidFill>
            </a:endParaRPr>
          </a:p>
        </p:txBody>
      </p:sp>
      <p:sp>
        <p:nvSpPr>
          <p:cNvPr id="242" name="Google Shape;242;p23"/>
          <p:cNvSpPr txBox="1">
            <a:spLocks noGrp="1"/>
          </p:cNvSpPr>
          <p:nvPr>
            <p:ph type="title"/>
          </p:nvPr>
        </p:nvSpPr>
        <p:spPr>
          <a:xfrm>
            <a:off x="678363" y="2844750"/>
            <a:ext cx="10069848" cy="743400"/>
          </a:xfrm>
          <a:prstGeom prst="rect">
            <a:avLst/>
          </a:prstGeom>
          <a:noFill/>
          <a:ln>
            <a:noFill/>
          </a:ln>
        </p:spPr>
        <p:txBody>
          <a:bodyPr spcFirstLastPara="1" wrap="square" lIns="91425" tIns="45700" rIns="91425" bIns="45700" anchor="t" anchorCtr="0">
            <a:normAutofit fontScale="90000"/>
          </a:bodyPr>
          <a:lstStyle/>
          <a:p>
            <a:pPr lvl="0">
              <a:buSzPts val="3200"/>
            </a:pPr>
            <a:r>
              <a:rPr lang="en-US" sz="3200" b="1" dirty="0"/>
              <a:t>Project Title -</a:t>
            </a:r>
            <a:r>
              <a:rPr lang="en-IN" sz="3200" b="1" dirty="0"/>
              <a:t>Seasonal Agriculture Performance Analysis</a:t>
            </a:r>
            <a:endParaRPr sz="3200" b="1" dirty="0"/>
          </a:p>
        </p:txBody>
      </p:sp>
      <p:sp>
        <p:nvSpPr>
          <p:cNvPr id="243" name="Google Shape;243;p23"/>
          <p:cNvSpPr txBox="1"/>
          <p:nvPr/>
        </p:nvSpPr>
        <p:spPr>
          <a:xfrm>
            <a:off x="6400800" y="2794001"/>
            <a:ext cx="3312300" cy="8616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920"/>
              <a:buFont typeface="Noto Sans Symbols"/>
              <a:buNone/>
            </a:pPr>
            <a:endParaRPr sz="2400" b="1" i="0" u="none" strike="noStrike" cap="none">
              <a:solidFill>
                <a:schemeClr val="accent4"/>
              </a:solidFill>
              <a:latin typeface="Trebuchet MS"/>
              <a:ea typeface="Trebuchet MS"/>
              <a:cs typeface="Trebuchet MS"/>
              <a:sym typeface="Trebuchet MS"/>
            </a:endParaRPr>
          </a:p>
        </p:txBody>
      </p:sp>
      <p:pic>
        <p:nvPicPr>
          <p:cNvPr id="244" name="Google Shape;244;p2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45" name="Google Shape;245;p23"/>
          <p:cNvSpPr txBox="1"/>
          <p:nvPr/>
        </p:nvSpPr>
        <p:spPr>
          <a:xfrm>
            <a:off x="957405" y="4576469"/>
            <a:ext cx="5956741" cy="369291"/>
          </a:xfrm>
          <a:prstGeom prst="rect">
            <a:avLst/>
          </a:prstGeom>
          <a:noFill/>
          <a:ln>
            <a:noFill/>
          </a:ln>
        </p:spPr>
        <p:txBody>
          <a:bodyPr spcFirstLastPara="1" wrap="square" lIns="91425" tIns="45700" rIns="91425" bIns="45700" anchor="t" anchorCtr="0">
            <a:spAutoFit/>
          </a:bodyPr>
          <a:lstStyle/>
          <a:p>
            <a:pPr lvl="0"/>
            <a:r>
              <a:rPr lang="en-US" sz="1800" b="1" i="0" u="none" strike="noStrike" cap="none" dirty="0">
                <a:solidFill>
                  <a:schemeClr val="dk1"/>
                </a:solidFill>
                <a:latin typeface="Trebuchet MS"/>
                <a:ea typeface="Trebuchet MS"/>
                <a:cs typeface="Trebuchet MS"/>
                <a:sym typeface="Trebuchet MS"/>
              </a:rPr>
              <a:t>AICTE STU </a:t>
            </a:r>
            <a:r>
              <a:rPr lang="en-US" sz="1800" b="1" dirty="0">
                <a:solidFill>
                  <a:schemeClr val="dk1"/>
                </a:solidFill>
                <a:latin typeface="Trebuchet MS"/>
                <a:ea typeface="Trebuchet MS"/>
                <a:cs typeface="Trebuchet MS"/>
                <a:sym typeface="Trebuchet MS"/>
              </a:rPr>
              <a:t>ID :STU6a645f7106bc81784962929</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822"/>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43"/>
                                        </p:tgtEl>
                                        <p:attrNameLst>
                                          <p:attrName>style.visibility</p:attrName>
                                        </p:attrNameLst>
                                      </p:cBhvr>
                                      <p:to>
                                        <p:strVal val="visible"/>
                                      </p:to>
                                    </p:set>
                                    <p:anim calcmode="lin" valueType="num">
                                      <p:cBhvr additive="base">
                                        <p:cTn id="12" dur="500"/>
                                        <p:tgtEl>
                                          <p:spTgt spid="243"/>
                                        </p:tgtEl>
                                        <p:attrNameLst>
                                          <p:attrName>ppt_w</p:attrName>
                                        </p:attrNameLst>
                                      </p:cBhvr>
                                      <p:tavLst>
                                        <p:tav tm="0">
                                          <p:val>
                                            <p:strVal val="0"/>
                                          </p:val>
                                        </p:tav>
                                        <p:tav tm="100000">
                                          <p:val>
                                            <p:strVal val="#ppt_w"/>
                                          </p:val>
                                        </p:tav>
                                      </p:tavLst>
                                    </p:anim>
                                    <p:anim calcmode="lin" valueType="num">
                                      <p:cBhvr additive="base">
                                        <p:cTn id="13" dur="500"/>
                                        <p:tgtEl>
                                          <p:spTgt spid="243"/>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1">
                                            <p:txEl>
                                              <p:pRg st="0" end="0"/>
                                            </p:txEl>
                                          </p:spTgt>
                                        </p:tgtEl>
                                        <p:attrNameLst>
                                          <p:attrName>style.visibility</p:attrName>
                                        </p:attrNameLst>
                                      </p:cBhvr>
                                      <p:to>
                                        <p:strVal val="visible"/>
                                      </p:to>
                                    </p:set>
                                    <p:animEffect transition="in" filter="fade">
                                      <p:cBhvr>
                                        <p:cTn id="18" dur="500"/>
                                        <p:tgtEl>
                                          <p:spTgt spid="24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1">
                                            <p:txEl>
                                              <p:pRg st="1" end="1"/>
                                            </p:txEl>
                                          </p:spTgt>
                                        </p:tgtEl>
                                        <p:attrNameLst>
                                          <p:attrName>style.visibility</p:attrName>
                                        </p:attrNameLst>
                                      </p:cBhvr>
                                      <p:to>
                                        <p:strVal val="visible"/>
                                      </p:to>
                                    </p:set>
                                    <p:animEffect transition="in" filter="fade">
                                      <p:cBhvr>
                                        <p:cTn id="23" dur="500"/>
                                        <p:tgtEl>
                                          <p:spTgt spid="2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body" idx="1"/>
          </p:nvPr>
        </p:nvSpPr>
        <p:spPr>
          <a:xfrm>
            <a:off x="1046480" y="1875556"/>
            <a:ext cx="6431400" cy="3608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lnSpc>
                <a:spcPct val="100000"/>
              </a:lnSpc>
              <a:spcBef>
                <a:spcPts val="0"/>
              </a:spcBef>
              <a:spcAft>
                <a:spcPts val="0"/>
              </a:spcAft>
              <a:buSzPct val="80000"/>
              <a:buChar char="▪"/>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dirty="0"/>
          </a:p>
        </p:txBody>
      </p:sp>
      <p:sp>
        <p:nvSpPr>
          <p:cNvPr id="251" name="Google Shape;251;p24"/>
          <p:cNvSpPr txBox="1">
            <a:spLocks noGrp="1"/>
          </p:cNvSpPr>
          <p:nvPr>
            <p:ph type="title"/>
          </p:nvPr>
        </p:nvSpPr>
        <p:spPr>
          <a:xfrm>
            <a:off x="754602" y="550417"/>
            <a:ext cx="6995700" cy="790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a:t>PROBLEM  STATEMENT</a:t>
            </a:r>
            <a:endParaRPr/>
          </a:p>
        </p:txBody>
      </p:sp>
      <p:pic>
        <p:nvPicPr>
          <p:cNvPr id="252" name="Google Shape;252;p24"/>
          <p:cNvPicPr preferRelativeResize="0"/>
          <p:nvPr/>
        </p:nvPicPr>
        <p:blipFill rotWithShape="1">
          <a:blip r:embed="rId3">
            <a:alphaModFix/>
          </a:blip>
          <a:srcRect/>
          <a:stretch/>
        </p:blipFill>
        <p:spPr>
          <a:xfrm>
            <a:off x="7995684" y="2930834"/>
            <a:ext cx="2760756" cy="3264408"/>
          </a:xfrm>
          <a:prstGeom prst="rect">
            <a:avLst/>
          </a:prstGeom>
          <a:noFill/>
          <a:ln>
            <a:noFill/>
          </a:ln>
        </p:spPr>
      </p:pic>
      <p:pic>
        <p:nvPicPr>
          <p:cNvPr id="253" name="Google Shape;253;p24"/>
          <p:cNvPicPr preferRelativeResize="0"/>
          <p:nvPr/>
        </p:nvPicPr>
        <p:blipFill rotWithShape="1">
          <a:blip r:embed="rId4">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 calcmode="lin" valueType="num">
                                      <p:cBhvr additive="base">
                                        <p:cTn id="7" dur="500"/>
                                        <p:tgtEl>
                                          <p:spTgt spid="251"/>
                                        </p:tgtEl>
                                        <p:attrNameLst>
                                          <p:attrName>ppt_w</p:attrName>
                                        </p:attrNameLst>
                                      </p:cBhvr>
                                      <p:tavLst>
                                        <p:tav tm="0">
                                          <p:val>
                                            <p:strVal val="0"/>
                                          </p:val>
                                        </p:tav>
                                        <p:tav tm="100000">
                                          <p:val>
                                            <p:strVal val="#ppt_w"/>
                                          </p:val>
                                        </p:tav>
                                      </p:tavLst>
                                    </p:anim>
                                    <p:anim calcmode="lin" valueType="num">
                                      <p:cBhvr additive="base">
                                        <p:cTn id="8" dur="500"/>
                                        <p:tgtEl>
                                          <p:spTgt spid="25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0">
                                            <p:txEl>
                                              <p:pRg st="0" end="0"/>
                                            </p:txEl>
                                          </p:spTgt>
                                        </p:tgtEl>
                                        <p:attrNameLst>
                                          <p:attrName>style.visibility</p:attrName>
                                        </p:attrNameLst>
                                      </p:cBhvr>
                                      <p:to>
                                        <p:strVal val="visible"/>
                                      </p:to>
                                    </p:set>
                                    <p:animEffect transition="in" filter="fade">
                                      <p:cBhvr>
                                        <p:cTn id="13" dur="1000"/>
                                        <p:tgtEl>
                                          <p:spTgt spid="2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660399" y="805213"/>
            <a:ext cx="6276000" cy="831000"/>
          </a:xfrm>
          <a:prstGeom prst="rect">
            <a:avLst/>
          </a:prstGeom>
          <a:noFill/>
          <a:ln>
            <a:noFill/>
          </a:ln>
        </p:spPr>
        <p:txBody>
          <a:bodyPr spcFirstLastPara="1" wrap="square" lIns="91425" tIns="45700" rIns="91425" bIns="45700" anchor="t" anchorCtr="0">
            <a:normAutofit fontScale="90000"/>
          </a:bodyPr>
          <a:lstStyle/>
          <a:p>
            <a:pPr lvl="0">
              <a:buSzPct val="100000"/>
            </a:pPr>
            <a:r>
              <a:rPr lang="en-US" dirty="0"/>
              <a:t>Project Description</a:t>
            </a:r>
            <a:br>
              <a:rPr lang="en-US" dirty="0"/>
            </a:br>
            <a:br>
              <a:rPr lang="en-US" dirty="0"/>
            </a:br>
            <a:r>
              <a:rPr lang="en-IN" sz="2200" dirty="0"/>
              <a:t>My project is about understanding how agricultural performance changes across different seasons. I used an agricultural dataset containing information about crops, weather conditions, irrigation, yield and profit. I </a:t>
            </a:r>
            <a:r>
              <a:rPr lang="en-IN" sz="2200" dirty="0" err="1"/>
              <a:t>analyzed</a:t>
            </a:r>
            <a:r>
              <a:rPr lang="en-IN" sz="2200" dirty="0"/>
              <a:t> this data using Python and created different graphs to identify patterns and relationships. The main purpose is to turn the raw agricultural data into simple insights that can help us better understand seasonal farming performance.</a:t>
            </a:r>
            <a:br>
              <a:rPr lang="en-US" sz="2200" dirty="0"/>
            </a:br>
            <a:endParaRPr sz="2200" dirty="0"/>
          </a:p>
        </p:txBody>
      </p:sp>
      <p:pic>
        <p:nvPicPr>
          <p:cNvPr id="259" name="Google Shape;259;p2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pic>
        <p:nvPicPr>
          <p:cNvPr id="260" name="Google Shape;260;p25"/>
          <p:cNvPicPr preferRelativeResize="0"/>
          <p:nvPr/>
        </p:nvPicPr>
        <p:blipFill rotWithShape="1">
          <a:blip r:embed="rId4">
            <a:alphaModFix/>
          </a:blip>
          <a:srcRect/>
          <a:stretch/>
        </p:blipFill>
        <p:spPr>
          <a:xfrm>
            <a:off x="467359" y="6410461"/>
            <a:ext cx="3706253" cy="2960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 calcmode="lin" valueType="num">
                                      <p:cBhvr additive="base">
                                        <p:cTn id="7" dur="500"/>
                                        <p:tgtEl>
                                          <p:spTgt spid="258"/>
                                        </p:tgtEl>
                                        <p:attrNameLst>
                                          <p:attrName>ppt_w</p:attrName>
                                        </p:attrNameLst>
                                      </p:cBhvr>
                                      <p:tavLst>
                                        <p:tav tm="0">
                                          <p:val>
                                            <p:strVal val="0"/>
                                          </p:val>
                                        </p:tav>
                                        <p:tav tm="100000">
                                          <p:val>
                                            <p:strVal val="#ppt_w"/>
                                          </p:val>
                                        </p:tav>
                                      </p:tavLst>
                                    </p:anim>
                                    <p:anim calcmode="lin" valueType="num">
                                      <p:cBhvr additive="base">
                                        <p:cTn id="8" dur="500"/>
                                        <p:tgtEl>
                                          <p:spTgt spid="25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body" idx="1"/>
          </p:nvPr>
        </p:nvSpPr>
        <p:spPr>
          <a:xfrm>
            <a:off x="721359" y="1991360"/>
            <a:ext cx="7904400" cy="3990000"/>
          </a:xfrm>
          <a:prstGeom prst="rect">
            <a:avLst/>
          </a:prstGeom>
          <a:noFill/>
          <a:ln>
            <a:noFill/>
          </a:ln>
        </p:spPr>
        <p:txBody>
          <a:bodyPr spcFirstLastPara="1" wrap="square" lIns="91425" tIns="45700" rIns="91425" bIns="45700" anchor="t" anchorCtr="0">
            <a:normAutofit fontScale="55000" lnSpcReduction="20000"/>
          </a:bodyPr>
          <a:lstStyle/>
          <a:p>
            <a:pPr marL="127000" indent="0">
              <a:buNone/>
            </a:pPr>
            <a:r>
              <a:rPr lang="en-IN" sz="3600" dirty="0"/>
              <a:t>The project can be useful for:</a:t>
            </a:r>
          </a:p>
          <a:p>
            <a:pPr marL="127000" lvl="0" indent="0">
              <a:buNone/>
            </a:pPr>
            <a:r>
              <a:rPr lang="en-IN" sz="3600" b="1" dirty="0"/>
              <a:t>Farmers</a:t>
            </a:r>
            <a:r>
              <a:rPr lang="en-IN" sz="3600" dirty="0"/>
              <a:t> – to understand seasonal yield and profit patterns. </a:t>
            </a:r>
          </a:p>
          <a:p>
            <a:pPr marL="127000" lvl="0" indent="0">
              <a:buNone/>
            </a:pPr>
            <a:r>
              <a:rPr lang="en-IN" sz="3600" b="1" dirty="0"/>
              <a:t>Agricultural planners</a:t>
            </a:r>
            <a:r>
              <a:rPr lang="en-IN" sz="3600" dirty="0"/>
              <a:t> – to support better seasonal planning using data. </a:t>
            </a:r>
          </a:p>
          <a:p>
            <a:pPr marL="127000" lvl="0" indent="0">
              <a:buNone/>
            </a:pPr>
            <a:r>
              <a:rPr lang="en-IN" sz="3600" b="1" dirty="0"/>
              <a:t>Government &amp; agricultural organizations</a:t>
            </a:r>
            <a:r>
              <a:rPr lang="en-IN" sz="3600" dirty="0"/>
              <a:t> – to study agricultural trends and performance. </a:t>
            </a:r>
          </a:p>
          <a:p>
            <a:pPr marL="127000" lvl="0" indent="0">
              <a:buNone/>
            </a:pPr>
            <a:r>
              <a:rPr lang="en-IN" sz="3600" b="1" dirty="0"/>
              <a:t>Agricultural researchers</a:t>
            </a:r>
            <a:r>
              <a:rPr lang="en-IN" sz="3600" dirty="0"/>
              <a:t> – to </a:t>
            </a:r>
            <a:r>
              <a:rPr lang="en-IN" sz="3600" dirty="0" err="1"/>
              <a:t>analyze</a:t>
            </a:r>
            <a:r>
              <a:rPr lang="en-IN" sz="3600" dirty="0"/>
              <a:t> relationships between environmental conditions, farming practices and crop performance. </a:t>
            </a:r>
          </a:p>
          <a:p>
            <a:pPr marL="127000" lvl="0" indent="0">
              <a:buNone/>
            </a:pPr>
            <a:r>
              <a:rPr lang="en-IN" sz="3600" b="1" dirty="0"/>
              <a:t>Data analysts &amp; students</a:t>
            </a:r>
            <a:r>
              <a:rPr lang="en-IN" sz="3600" dirty="0"/>
              <a:t> – to understand how data analytics can be applied to real-world agricultural data.</a:t>
            </a:r>
          </a:p>
          <a:p>
            <a:pPr marL="342900" lvl="0" indent="-160020" algn="just" rtl="0">
              <a:lnSpc>
                <a:spcPct val="150000"/>
              </a:lnSpc>
              <a:spcBef>
                <a:spcPts val="0"/>
              </a:spcBef>
              <a:spcAft>
                <a:spcPts val="0"/>
              </a:spcAft>
              <a:buSzPts val="2880"/>
              <a:buNone/>
            </a:pPr>
            <a:endParaRPr sz="3600" dirty="0"/>
          </a:p>
        </p:txBody>
      </p:sp>
      <p:sp>
        <p:nvSpPr>
          <p:cNvPr id="266" name="Google Shape;266;p26"/>
          <p:cNvSpPr txBox="1">
            <a:spLocks noGrp="1"/>
          </p:cNvSpPr>
          <p:nvPr>
            <p:ph type="title"/>
          </p:nvPr>
        </p:nvSpPr>
        <p:spPr>
          <a:xfrm>
            <a:off x="620008" y="876617"/>
            <a:ext cx="10046100" cy="802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a:t>WHO ARE THE END USERS?</a:t>
            </a:r>
            <a:endParaRPr sz="2000"/>
          </a:p>
        </p:txBody>
      </p:sp>
      <p:pic>
        <p:nvPicPr>
          <p:cNvPr id="267" name="Google Shape;267;p26"/>
          <p:cNvPicPr preferRelativeResize="0"/>
          <p:nvPr/>
        </p:nvPicPr>
        <p:blipFill rotWithShape="1">
          <a:blip r:embed="rId3">
            <a:alphaModFix/>
          </a:blip>
          <a:src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p:tgtEl>
                                          <p:spTgt spid="266"/>
                                        </p:tgtEl>
                                        <p:attrNameLst>
                                          <p:attrName>ppt_w</p:attrName>
                                        </p:attrNameLst>
                                      </p:cBhvr>
                                      <p:tavLst>
                                        <p:tav tm="0">
                                          <p:val>
                                            <p:strVal val="0"/>
                                          </p:val>
                                        </p:tav>
                                        <p:tav tm="100000">
                                          <p:val>
                                            <p:strVal val="#ppt_w"/>
                                          </p:val>
                                        </p:tav>
                                      </p:tavLst>
                                    </p:anim>
                                    <p:anim calcmode="lin" valueType="num">
                                      <p:cBhvr additive="base">
                                        <p:cTn id="8" dur="500"/>
                                        <p:tgtEl>
                                          <p:spTgt spid="26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5">
                                            <p:txEl>
                                              <p:pRg st="0" end="0"/>
                                            </p:txEl>
                                          </p:spTgt>
                                        </p:tgtEl>
                                        <p:attrNameLst>
                                          <p:attrName>style.visibility</p:attrName>
                                        </p:attrNameLst>
                                      </p:cBhvr>
                                      <p:to>
                                        <p:strVal val="visible"/>
                                      </p:to>
                                    </p:set>
                                    <p:animEffect transition="in" filter="fade">
                                      <p:cBhvr>
                                        <p:cTn id="13" dur="1000"/>
                                        <p:tgtEl>
                                          <p:spTgt spid="26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5">
                                            <p:txEl>
                                              <p:pRg st="1" end="1"/>
                                            </p:txEl>
                                          </p:spTgt>
                                        </p:tgtEl>
                                        <p:attrNameLst>
                                          <p:attrName>style.visibility</p:attrName>
                                        </p:attrNameLst>
                                      </p:cBhvr>
                                      <p:to>
                                        <p:strVal val="visible"/>
                                      </p:to>
                                    </p:set>
                                    <p:animEffect transition="in" filter="fade">
                                      <p:cBhvr>
                                        <p:cTn id="18" dur="1000"/>
                                        <p:tgtEl>
                                          <p:spTgt spid="26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5">
                                            <p:txEl>
                                              <p:pRg st="2" end="2"/>
                                            </p:txEl>
                                          </p:spTgt>
                                        </p:tgtEl>
                                        <p:attrNameLst>
                                          <p:attrName>style.visibility</p:attrName>
                                        </p:attrNameLst>
                                      </p:cBhvr>
                                      <p:to>
                                        <p:strVal val="visible"/>
                                      </p:to>
                                    </p:set>
                                    <p:animEffect transition="in" filter="fade">
                                      <p:cBhvr>
                                        <p:cTn id="23" dur="1000"/>
                                        <p:tgtEl>
                                          <p:spTgt spid="26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5">
                                            <p:txEl>
                                              <p:pRg st="3" end="3"/>
                                            </p:txEl>
                                          </p:spTgt>
                                        </p:tgtEl>
                                        <p:attrNameLst>
                                          <p:attrName>style.visibility</p:attrName>
                                        </p:attrNameLst>
                                      </p:cBhvr>
                                      <p:to>
                                        <p:strVal val="visible"/>
                                      </p:to>
                                    </p:set>
                                    <p:animEffect transition="in" filter="fade">
                                      <p:cBhvr>
                                        <p:cTn id="28" dur="1000"/>
                                        <p:tgtEl>
                                          <p:spTgt spid="26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5">
                                            <p:txEl>
                                              <p:pRg st="4" end="4"/>
                                            </p:txEl>
                                          </p:spTgt>
                                        </p:tgtEl>
                                        <p:attrNameLst>
                                          <p:attrName>style.visibility</p:attrName>
                                        </p:attrNameLst>
                                      </p:cBhvr>
                                      <p:to>
                                        <p:strVal val="visible"/>
                                      </p:to>
                                    </p:set>
                                    <p:animEffect transition="in" filter="fade">
                                      <p:cBhvr>
                                        <p:cTn id="33" dur="1000"/>
                                        <p:tgtEl>
                                          <p:spTgt spid="265">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65">
                                            <p:txEl>
                                              <p:pRg st="5" end="5"/>
                                            </p:txEl>
                                          </p:spTgt>
                                        </p:tgtEl>
                                        <p:attrNameLst>
                                          <p:attrName>style.visibility</p:attrName>
                                        </p:attrNameLst>
                                      </p:cBhvr>
                                      <p:to>
                                        <p:strVal val="visible"/>
                                      </p:to>
                                    </p:set>
                                    <p:animEffect transition="in" filter="fade">
                                      <p:cBhvr>
                                        <p:cTn id="38" dur="1000"/>
                                        <p:tgtEl>
                                          <p:spTgt spid="26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2"/>
        <p:cNvGrpSpPr/>
        <p:nvPr/>
      </p:nvGrpSpPr>
      <p:grpSpPr>
        <a:xfrm>
          <a:off x="0" y="0"/>
          <a:ext cx="0" cy="0"/>
          <a:chOff x="0" y="0"/>
          <a:chExt cx="0" cy="0"/>
        </a:xfrm>
      </p:grpSpPr>
      <p:pic>
        <p:nvPicPr>
          <p:cNvPr id="273" name="Google Shape;273;p27"/>
          <p:cNvPicPr preferRelativeResize="0"/>
          <p:nvPr/>
        </p:nvPicPr>
        <p:blipFill rotWithShape="1">
          <a:blip r:embed="rId3">
            <a:alphaModFix/>
          </a:blip>
          <a:srcRect/>
          <a:stretch/>
        </p:blipFill>
        <p:spPr>
          <a:xfrm>
            <a:off x="467359" y="6410461"/>
            <a:ext cx="3706253" cy="296092"/>
          </a:xfrm>
          <a:prstGeom prst="rect">
            <a:avLst/>
          </a:prstGeom>
          <a:noFill/>
          <a:ln>
            <a:noFill/>
          </a:ln>
        </p:spPr>
      </p:pic>
      <p:pic>
        <p:nvPicPr>
          <p:cNvPr id="274" name="Google Shape;274;p27"/>
          <p:cNvPicPr preferRelativeResize="0"/>
          <p:nvPr/>
        </p:nvPicPr>
        <p:blipFill rotWithShape="1">
          <a:blip r:embed="rId4">
            <a:alphaModFix/>
          </a:blip>
          <a:srcRect/>
          <a:stretch/>
        </p:blipFill>
        <p:spPr>
          <a:xfrm flipH="1">
            <a:off x="50800" y="3820160"/>
            <a:ext cx="1727200" cy="3010025"/>
          </a:xfrm>
          <a:prstGeom prst="rect">
            <a:avLst/>
          </a:prstGeom>
          <a:noFill/>
          <a:ln>
            <a:noFill/>
          </a:ln>
        </p:spPr>
      </p:pic>
      <p:sp>
        <p:nvSpPr>
          <p:cNvPr id="275" name="Google Shape;275;p27"/>
          <p:cNvSpPr txBox="1">
            <a:spLocks noGrp="1"/>
          </p:cNvSpPr>
          <p:nvPr>
            <p:ph type="body" idx="1"/>
          </p:nvPr>
        </p:nvSpPr>
        <p:spPr>
          <a:xfrm>
            <a:off x="1475874" y="1278367"/>
            <a:ext cx="7926302" cy="5397593"/>
          </a:xfrm>
          <a:prstGeom prst="rect">
            <a:avLst/>
          </a:prstGeom>
          <a:noFill/>
          <a:ln>
            <a:noFill/>
          </a:ln>
        </p:spPr>
        <p:txBody>
          <a:bodyPr spcFirstLastPara="1" wrap="square" lIns="91425" tIns="45700" rIns="91425" bIns="45700" anchor="t" anchorCtr="0">
            <a:normAutofit/>
          </a:bodyPr>
          <a:lstStyle/>
          <a:p>
            <a:pPr lvl="0"/>
            <a:r>
              <a:rPr lang="en-IN" b="1" dirty="0"/>
              <a:t>Python</a:t>
            </a:r>
            <a:r>
              <a:rPr lang="en-IN" dirty="0"/>
              <a:t> – Main programming language for data analysis. </a:t>
            </a:r>
          </a:p>
          <a:p>
            <a:pPr lvl="0"/>
            <a:r>
              <a:rPr lang="en-IN" b="1" dirty="0"/>
              <a:t>Pandas</a:t>
            </a:r>
            <a:r>
              <a:rPr lang="en-IN" dirty="0"/>
              <a:t> – Used for data loading, cleaning, grouping and analysis. </a:t>
            </a:r>
          </a:p>
          <a:p>
            <a:pPr lvl="0"/>
            <a:r>
              <a:rPr lang="en-IN" b="1" dirty="0"/>
              <a:t>NumPy</a:t>
            </a:r>
            <a:r>
              <a:rPr lang="en-IN" dirty="0"/>
              <a:t> – Used for numerical calculations. </a:t>
            </a:r>
          </a:p>
          <a:p>
            <a:pPr lvl="0"/>
            <a:r>
              <a:rPr lang="en-IN" b="1" dirty="0"/>
              <a:t>Matplotlib</a:t>
            </a:r>
            <a:r>
              <a:rPr lang="en-IN" dirty="0"/>
              <a:t> – Used to create graphs and charts. </a:t>
            </a:r>
          </a:p>
          <a:p>
            <a:pPr lvl="0"/>
            <a:r>
              <a:rPr lang="en-IN" b="1" dirty="0"/>
              <a:t>Seaborn</a:t>
            </a:r>
            <a:r>
              <a:rPr lang="en-IN" dirty="0"/>
              <a:t> – Used for statistical visualizations such as heatmaps. </a:t>
            </a:r>
          </a:p>
          <a:p>
            <a:pPr lvl="0"/>
            <a:r>
              <a:rPr lang="en-IN" b="1" dirty="0"/>
              <a:t>Jupyter Notebook / Google </a:t>
            </a:r>
            <a:r>
              <a:rPr lang="en-IN" b="1" dirty="0" err="1"/>
              <a:t>Colab</a:t>
            </a:r>
            <a:r>
              <a:rPr lang="en-IN" dirty="0"/>
              <a:t> – Used to perform and document the analysis. </a:t>
            </a:r>
          </a:p>
          <a:p>
            <a:pPr lvl="0"/>
            <a:r>
              <a:rPr lang="en-IN" b="1" dirty="0"/>
              <a:t>Microsoft Excel</a:t>
            </a:r>
            <a:r>
              <a:rPr lang="en-IN" dirty="0"/>
              <a:t> – Used as the dataset source.</a:t>
            </a:r>
          </a:p>
          <a:p>
            <a:pPr marL="742950" lvl="1" indent="-184150" algn="l" rtl="0">
              <a:lnSpc>
                <a:spcPct val="150000"/>
              </a:lnSpc>
              <a:spcBef>
                <a:spcPts val="0"/>
              </a:spcBef>
              <a:spcAft>
                <a:spcPts val="0"/>
              </a:spcAft>
              <a:buSzPts val="1600"/>
              <a:buNone/>
            </a:pPr>
            <a:endParaRPr dirty="0"/>
          </a:p>
        </p:txBody>
      </p:sp>
      <p:sp>
        <p:nvSpPr>
          <p:cNvPr id="276" name="Google Shape;276;p27"/>
          <p:cNvSpPr txBox="1">
            <a:spLocks noGrp="1"/>
          </p:cNvSpPr>
          <p:nvPr>
            <p:ph type="title"/>
          </p:nvPr>
        </p:nvSpPr>
        <p:spPr>
          <a:xfrm>
            <a:off x="660399" y="430567"/>
            <a:ext cx="5306400" cy="847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 calcmode="lin" valueType="num">
                                      <p:cBhvr additive="base">
                                        <p:cTn id="7" dur="500"/>
                                        <p:tgtEl>
                                          <p:spTgt spid="276"/>
                                        </p:tgtEl>
                                        <p:attrNameLst>
                                          <p:attrName>ppt_w</p:attrName>
                                        </p:attrNameLst>
                                      </p:cBhvr>
                                      <p:tavLst>
                                        <p:tav tm="0">
                                          <p:val>
                                            <p:strVal val="0"/>
                                          </p:val>
                                        </p:tav>
                                        <p:tav tm="100000">
                                          <p:val>
                                            <p:strVal val="#ppt_w"/>
                                          </p:val>
                                        </p:tav>
                                      </p:tavLst>
                                    </p:anim>
                                    <p:anim calcmode="lin" valueType="num">
                                      <p:cBhvr additive="base">
                                        <p:cTn id="8" dur="500"/>
                                        <p:tgtEl>
                                          <p:spTgt spid="27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75">
                                            <p:txEl>
                                              <p:pRg st="0" end="0"/>
                                            </p:txEl>
                                          </p:spTgt>
                                        </p:tgtEl>
                                        <p:attrNameLst>
                                          <p:attrName>style.visibility</p:attrName>
                                        </p:attrNameLst>
                                      </p:cBhvr>
                                      <p:to>
                                        <p:strVal val="visible"/>
                                      </p:to>
                                    </p:set>
                                    <p:animEffect transition="in" filter="fade">
                                      <p:cBhvr>
                                        <p:cTn id="13" dur="1000"/>
                                        <p:tgtEl>
                                          <p:spTgt spid="27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5">
                                            <p:txEl>
                                              <p:pRg st="1" end="1"/>
                                            </p:txEl>
                                          </p:spTgt>
                                        </p:tgtEl>
                                        <p:attrNameLst>
                                          <p:attrName>style.visibility</p:attrName>
                                        </p:attrNameLst>
                                      </p:cBhvr>
                                      <p:to>
                                        <p:strVal val="visible"/>
                                      </p:to>
                                    </p:set>
                                    <p:animEffect transition="in" filter="fade">
                                      <p:cBhvr>
                                        <p:cTn id="18" dur="1000"/>
                                        <p:tgtEl>
                                          <p:spTgt spid="27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5">
                                            <p:txEl>
                                              <p:pRg st="2" end="2"/>
                                            </p:txEl>
                                          </p:spTgt>
                                        </p:tgtEl>
                                        <p:attrNameLst>
                                          <p:attrName>style.visibility</p:attrName>
                                        </p:attrNameLst>
                                      </p:cBhvr>
                                      <p:to>
                                        <p:strVal val="visible"/>
                                      </p:to>
                                    </p:set>
                                    <p:animEffect transition="in" filter="fade">
                                      <p:cBhvr>
                                        <p:cTn id="23" dur="1000"/>
                                        <p:tgtEl>
                                          <p:spTgt spid="27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75">
                                            <p:txEl>
                                              <p:pRg st="3" end="3"/>
                                            </p:txEl>
                                          </p:spTgt>
                                        </p:tgtEl>
                                        <p:attrNameLst>
                                          <p:attrName>style.visibility</p:attrName>
                                        </p:attrNameLst>
                                      </p:cBhvr>
                                      <p:to>
                                        <p:strVal val="visible"/>
                                      </p:to>
                                    </p:set>
                                    <p:animEffect transition="in" filter="fade">
                                      <p:cBhvr>
                                        <p:cTn id="28" dur="1000"/>
                                        <p:tgtEl>
                                          <p:spTgt spid="27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75">
                                            <p:txEl>
                                              <p:pRg st="4" end="4"/>
                                            </p:txEl>
                                          </p:spTgt>
                                        </p:tgtEl>
                                        <p:attrNameLst>
                                          <p:attrName>style.visibility</p:attrName>
                                        </p:attrNameLst>
                                      </p:cBhvr>
                                      <p:to>
                                        <p:strVal val="visible"/>
                                      </p:to>
                                    </p:set>
                                    <p:animEffect transition="in" filter="fade">
                                      <p:cBhvr>
                                        <p:cTn id="33" dur="1000"/>
                                        <p:tgtEl>
                                          <p:spTgt spid="275">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5">
                                            <p:txEl>
                                              <p:pRg st="5" end="5"/>
                                            </p:txEl>
                                          </p:spTgt>
                                        </p:tgtEl>
                                        <p:attrNameLst>
                                          <p:attrName>style.visibility</p:attrName>
                                        </p:attrNameLst>
                                      </p:cBhvr>
                                      <p:to>
                                        <p:strVal val="visible"/>
                                      </p:to>
                                    </p:set>
                                    <p:animEffect transition="in" filter="fade">
                                      <p:cBhvr>
                                        <p:cTn id="38" dur="1000"/>
                                        <p:tgtEl>
                                          <p:spTgt spid="27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75">
                                            <p:txEl>
                                              <p:pRg st="6" end="6"/>
                                            </p:txEl>
                                          </p:spTgt>
                                        </p:tgtEl>
                                        <p:attrNameLst>
                                          <p:attrName>style.visibility</p:attrName>
                                        </p:attrNameLst>
                                      </p:cBhvr>
                                      <p:to>
                                        <p:strVal val="visible"/>
                                      </p:to>
                                    </p:set>
                                    <p:animEffect transition="in" filter="fade">
                                      <p:cBhvr>
                                        <p:cTn id="43" dur="1000"/>
                                        <p:tgtEl>
                                          <p:spTgt spid="2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28"/>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82" name="Google Shape;282;p28"/>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83" name="Google Shape;283;p28"/>
          <p:cNvSpPr txBox="1"/>
          <p:nvPr/>
        </p:nvSpPr>
        <p:spPr>
          <a:xfrm>
            <a:off x="320981" y="1201589"/>
            <a:ext cx="4326263" cy="739782"/>
          </a:xfrm>
          <a:prstGeom prst="rect">
            <a:avLst/>
          </a:prstGeom>
          <a:noFill/>
          <a:ln>
            <a:noFill/>
          </a:ln>
        </p:spPr>
        <p:txBody>
          <a:bodyPr spcFirstLastPara="1" wrap="square" lIns="91425" tIns="45700" rIns="91425" bIns="45700" anchor="t" anchorCtr="0">
            <a:noAutofit/>
          </a:bodyPr>
          <a:lstStyle/>
          <a:p>
            <a:pPr lvl="0" algn="ctr">
              <a:buClr>
                <a:schemeClr val="accent1"/>
              </a:buClr>
              <a:buSzPts val="1600"/>
            </a:pPr>
            <a:r>
              <a:rPr lang="en-IN" sz="2400" b="1" dirty="0"/>
              <a:t>1. Average Profit by Season</a:t>
            </a:r>
            <a:endParaRPr sz="2400" b="1" dirty="0">
              <a:solidFill>
                <a:schemeClr val="dk1"/>
              </a:solidFill>
              <a:latin typeface="Trebuchet MS"/>
              <a:ea typeface="Trebuchet MS"/>
              <a:cs typeface="Trebuchet MS"/>
              <a:sym typeface="Trebuchet MS"/>
            </a:endParaRPr>
          </a:p>
        </p:txBody>
      </p:sp>
      <p:sp>
        <p:nvSpPr>
          <p:cNvPr id="284" name="Google Shape;284;p28"/>
          <p:cNvSpPr txBox="1"/>
          <p:nvPr/>
        </p:nvSpPr>
        <p:spPr>
          <a:xfrm>
            <a:off x="675957" y="2814216"/>
            <a:ext cx="3343500" cy="2305903"/>
          </a:xfrm>
          <a:prstGeom prst="rect">
            <a:avLst/>
          </a:prstGeom>
          <a:noFill/>
          <a:ln>
            <a:noFill/>
          </a:ln>
        </p:spPr>
        <p:txBody>
          <a:bodyPr spcFirstLastPara="1" wrap="square" lIns="91425" tIns="45700" rIns="91425" bIns="45700" anchor="t" anchorCtr="0">
            <a:normAutofit/>
          </a:bodyPr>
          <a:lstStyle/>
          <a:p>
            <a:r>
              <a:rPr lang="en-IN" dirty="0"/>
              <a:t>Season</a:t>
            </a:r>
          </a:p>
          <a:p>
            <a:r>
              <a:rPr lang="en-IN" dirty="0"/>
              <a:t>Kharif    178914.647555</a:t>
            </a:r>
          </a:p>
          <a:p>
            <a:r>
              <a:rPr lang="en-IN" dirty="0"/>
              <a:t>Rabi       87689.470191</a:t>
            </a:r>
          </a:p>
          <a:p>
            <a:r>
              <a:rPr lang="en-IN" dirty="0"/>
              <a:t>Zaid      -24804.824916</a:t>
            </a:r>
          </a:p>
          <a:p>
            <a:r>
              <a:rPr lang="en-IN" dirty="0"/>
              <a:t>Name: </a:t>
            </a:r>
            <a:r>
              <a:rPr lang="en-IN" dirty="0" err="1"/>
              <a:t>Profit_INR</a:t>
            </a:r>
            <a:r>
              <a:rPr lang="en-IN" dirty="0"/>
              <a:t>, </a:t>
            </a:r>
            <a:r>
              <a:rPr lang="en-IN" dirty="0" err="1"/>
              <a:t>dtype</a:t>
            </a:r>
            <a:r>
              <a:rPr lang="en-IN" dirty="0"/>
              <a:t>: float64</a:t>
            </a:r>
          </a:p>
        </p:txBody>
      </p:sp>
      <p:pic>
        <p:nvPicPr>
          <p:cNvPr id="2" name="Picture 1">
            <a:extLst>
              <a:ext uri="{FF2B5EF4-FFF2-40B4-BE49-F238E27FC236}">
                <a16:creationId xmlns:a16="http://schemas.microsoft.com/office/drawing/2014/main" id="{A2DF4A50-C991-E223-846E-08207FBB6042}"/>
              </a:ext>
            </a:extLst>
          </p:cNvPr>
          <p:cNvPicPr>
            <a:picLocks noChangeAspect="1"/>
          </p:cNvPicPr>
          <p:nvPr/>
        </p:nvPicPr>
        <p:blipFill>
          <a:blip r:embed="rId4"/>
          <a:stretch>
            <a:fillRect/>
          </a:stretch>
        </p:blipFill>
        <p:spPr>
          <a:xfrm>
            <a:off x="4647244" y="1400101"/>
            <a:ext cx="7223774" cy="44805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 calcmode="lin" valueType="num">
                                      <p:cBhvr additive="base">
                                        <p:cTn id="7" dur="500"/>
                                        <p:tgtEl>
                                          <p:spTgt spid="282"/>
                                        </p:tgtEl>
                                        <p:attrNameLst>
                                          <p:attrName>ppt_w</p:attrName>
                                        </p:attrNameLst>
                                      </p:cBhvr>
                                      <p:tavLst>
                                        <p:tav tm="0">
                                          <p:val>
                                            <p:strVal val="0"/>
                                          </p:val>
                                        </p:tav>
                                        <p:tav tm="100000">
                                          <p:val>
                                            <p:strVal val="#ppt_w"/>
                                          </p:val>
                                        </p:tav>
                                      </p:tavLst>
                                    </p:anim>
                                    <p:anim calcmode="lin" valueType="num">
                                      <p:cBhvr additive="base">
                                        <p:cTn id="8" dur="500"/>
                                        <p:tgtEl>
                                          <p:spTgt spid="28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3"/>
                                        </p:tgtEl>
                                        <p:attrNameLst>
                                          <p:attrName>style.visibility</p:attrName>
                                        </p:attrNameLst>
                                      </p:cBhvr>
                                      <p:to>
                                        <p:strVal val="visible"/>
                                      </p:to>
                                    </p:set>
                                    <p:animEffect transition="in" filter="fade">
                                      <p:cBhvr>
                                        <p:cTn id="13" dur="1000"/>
                                        <p:tgtEl>
                                          <p:spTgt spid="28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4"/>
                                        </p:tgtEl>
                                        <p:attrNameLst>
                                          <p:attrName>style.visibility</p:attrName>
                                        </p:attrNameLst>
                                      </p:cBhvr>
                                      <p:to>
                                        <p:strVal val="visible"/>
                                      </p:to>
                                    </p:set>
                                    <p:animEffect transition="in" filter="fade">
                                      <p:cBhvr>
                                        <p:cTn id="18" dur="1000"/>
                                        <p:tgtEl>
                                          <p:spTgt spid="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29"/>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0" name="Google Shape;290;p29"/>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91" name="Google Shape;291;p29"/>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2" name="Google Shape;292;p29"/>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3" name="Google Shape;293;p29"/>
          <p:cNvSpPr txBox="1">
            <a:spLocks noGrp="1"/>
          </p:cNvSpPr>
          <p:nvPr>
            <p:ph type="body" idx="1"/>
          </p:nvPr>
        </p:nvSpPr>
        <p:spPr>
          <a:xfrm>
            <a:off x="871331" y="1537553"/>
            <a:ext cx="5673848" cy="477600"/>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IN" sz="2400" b="1" dirty="0"/>
              <a:t>2.Average Farm Profit Across Season</a:t>
            </a:r>
            <a:endParaRPr sz="2400" dirty="0"/>
          </a:p>
        </p:txBody>
      </p:sp>
      <p:pic>
        <p:nvPicPr>
          <p:cNvPr id="2" name="Picture 1">
            <a:extLst>
              <a:ext uri="{FF2B5EF4-FFF2-40B4-BE49-F238E27FC236}">
                <a16:creationId xmlns:a16="http://schemas.microsoft.com/office/drawing/2014/main" id="{8FC39593-4DE6-436F-1259-BDAD698F72B7}"/>
              </a:ext>
            </a:extLst>
          </p:cNvPr>
          <p:cNvPicPr>
            <a:picLocks noChangeAspect="1"/>
          </p:cNvPicPr>
          <p:nvPr/>
        </p:nvPicPr>
        <p:blipFill>
          <a:blip r:embed="rId4"/>
          <a:stretch>
            <a:fillRect/>
          </a:stretch>
        </p:blipFill>
        <p:spPr>
          <a:xfrm>
            <a:off x="3664481" y="2178896"/>
            <a:ext cx="7963887" cy="43895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 calcmode="lin" valueType="num">
                                      <p:cBhvr additive="base">
                                        <p:cTn id="7" dur="500"/>
                                        <p:tgtEl>
                                          <p:spTgt spid="290"/>
                                        </p:tgtEl>
                                        <p:attrNameLst>
                                          <p:attrName>ppt_w</p:attrName>
                                        </p:attrNameLst>
                                      </p:cBhvr>
                                      <p:tavLst>
                                        <p:tav tm="0">
                                          <p:val>
                                            <p:strVal val="0"/>
                                          </p:val>
                                        </p:tav>
                                        <p:tav tm="100000">
                                          <p:val>
                                            <p:strVal val="#ppt_w"/>
                                          </p:val>
                                        </p:tav>
                                      </p:tavLst>
                                    </p:anim>
                                    <p:anim calcmode="lin" valueType="num">
                                      <p:cBhvr additive="base">
                                        <p:cTn id="8" dur="500"/>
                                        <p:tgtEl>
                                          <p:spTgt spid="29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91"/>
                                        </p:tgtEl>
                                        <p:attrNameLst>
                                          <p:attrName>style.visibility</p:attrName>
                                        </p:attrNameLst>
                                      </p:cBhvr>
                                      <p:to>
                                        <p:strVal val="visible"/>
                                      </p:to>
                                    </p:set>
                                    <p:animEffect transition="in" filter="fade">
                                      <p:cBhvr>
                                        <p:cTn id="13" dur="1000"/>
                                        <p:tgtEl>
                                          <p:spTgt spid="29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2"/>
                                        </p:tgtEl>
                                        <p:attrNameLst>
                                          <p:attrName>style.visibility</p:attrName>
                                        </p:attrNameLst>
                                      </p:cBhvr>
                                      <p:to>
                                        <p:strVal val="visible"/>
                                      </p:to>
                                    </p:set>
                                    <p:animEffect transition="in" filter="fade">
                                      <p:cBhvr>
                                        <p:cTn id="18" dur="1000"/>
                                        <p:tgtEl>
                                          <p:spTgt spid="29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3">
                                            <p:txEl>
                                              <p:pRg st="0" end="0"/>
                                            </p:txEl>
                                          </p:spTgt>
                                        </p:tgtEl>
                                        <p:attrNameLst>
                                          <p:attrName>style.visibility</p:attrName>
                                        </p:attrNameLst>
                                      </p:cBhvr>
                                      <p:to>
                                        <p:strVal val="visible"/>
                                      </p:to>
                                    </p:set>
                                    <p:animEffect transition="in" filter="fade">
                                      <p:cBhvr>
                                        <p:cTn id="23" dur="1000"/>
                                        <p:tgtEl>
                                          <p:spTgt spid="2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30"/>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9" name="Google Shape;299;p30"/>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0" name="Google Shape;300;p30"/>
          <p:cNvSpPr txBox="1"/>
          <p:nvPr/>
        </p:nvSpPr>
        <p:spPr>
          <a:xfrm>
            <a:off x="320981" y="1275371"/>
            <a:ext cx="4090597"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1" name="Google Shape;301;p30"/>
          <p:cNvSpPr txBox="1"/>
          <p:nvPr/>
        </p:nvSpPr>
        <p:spPr>
          <a:xfrm>
            <a:off x="3543589" y="1337493"/>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2" name="Google Shape;302;p30"/>
          <p:cNvSpPr txBox="1">
            <a:spLocks noGrp="1"/>
          </p:cNvSpPr>
          <p:nvPr>
            <p:ph type="body" idx="1"/>
          </p:nvPr>
        </p:nvSpPr>
        <p:spPr>
          <a:xfrm>
            <a:off x="807164" y="1431693"/>
            <a:ext cx="4275000" cy="477600"/>
          </a:xfrm>
          <a:prstGeom prst="rect">
            <a:avLst/>
          </a:prstGeom>
          <a:noFill/>
          <a:ln>
            <a:noFill/>
          </a:ln>
        </p:spPr>
        <p:txBody>
          <a:bodyPr spcFirstLastPara="1" wrap="square" lIns="91425" tIns="45700" rIns="91425" bIns="45700" anchor="t" anchorCtr="0">
            <a:noAutofit/>
          </a:bodyPr>
          <a:lstStyle/>
          <a:p>
            <a:pPr marL="127000" indent="0">
              <a:buNone/>
            </a:pPr>
            <a:r>
              <a:rPr lang="en-IN" sz="2400" b="1" dirty="0"/>
              <a:t>3.Crop Distribution:</a:t>
            </a:r>
          </a:p>
          <a:p>
            <a:pPr marL="0" lvl="0" indent="0" algn="l" rtl="0">
              <a:spcBef>
                <a:spcPts val="0"/>
              </a:spcBef>
              <a:spcAft>
                <a:spcPts val="0"/>
              </a:spcAft>
              <a:buSzPts val="1600"/>
              <a:buNone/>
            </a:pPr>
            <a:endParaRPr sz="2400" b="1" dirty="0"/>
          </a:p>
        </p:txBody>
      </p:sp>
      <p:pic>
        <p:nvPicPr>
          <p:cNvPr id="2" name="Picture 1">
            <a:extLst>
              <a:ext uri="{FF2B5EF4-FFF2-40B4-BE49-F238E27FC236}">
                <a16:creationId xmlns:a16="http://schemas.microsoft.com/office/drawing/2014/main" id="{4DEE55AF-A150-4958-390A-E1A9D8961C92}"/>
              </a:ext>
            </a:extLst>
          </p:cNvPr>
          <p:cNvPicPr>
            <a:picLocks noChangeAspect="1"/>
          </p:cNvPicPr>
          <p:nvPr/>
        </p:nvPicPr>
        <p:blipFill>
          <a:blip r:embed="rId4"/>
          <a:stretch>
            <a:fillRect/>
          </a:stretch>
        </p:blipFill>
        <p:spPr>
          <a:xfrm>
            <a:off x="4214832" y="1337493"/>
            <a:ext cx="5337695" cy="51735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anim calcmode="lin" valueType="num">
                                      <p:cBhvr additive="base">
                                        <p:cTn id="7" dur="500"/>
                                        <p:tgtEl>
                                          <p:spTgt spid="299"/>
                                        </p:tgtEl>
                                        <p:attrNameLst>
                                          <p:attrName>ppt_w</p:attrName>
                                        </p:attrNameLst>
                                      </p:cBhvr>
                                      <p:tavLst>
                                        <p:tav tm="0">
                                          <p:val>
                                            <p:strVal val="0"/>
                                          </p:val>
                                        </p:tav>
                                        <p:tav tm="100000">
                                          <p:val>
                                            <p:strVal val="#ppt_w"/>
                                          </p:val>
                                        </p:tav>
                                      </p:tavLst>
                                    </p:anim>
                                    <p:anim calcmode="lin" valueType="num">
                                      <p:cBhvr additive="base">
                                        <p:cTn id="8" dur="500"/>
                                        <p:tgtEl>
                                          <p:spTgt spid="29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0"/>
                                        </p:tgtEl>
                                        <p:attrNameLst>
                                          <p:attrName>style.visibility</p:attrName>
                                        </p:attrNameLst>
                                      </p:cBhvr>
                                      <p:to>
                                        <p:strVal val="visible"/>
                                      </p:to>
                                    </p:set>
                                    <p:animEffect transition="in" filter="fade">
                                      <p:cBhvr>
                                        <p:cTn id="13" dur="1000"/>
                                        <p:tgtEl>
                                          <p:spTgt spid="30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1"/>
                                        </p:tgtEl>
                                        <p:attrNameLst>
                                          <p:attrName>style.visibility</p:attrName>
                                        </p:attrNameLst>
                                      </p:cBhvr>
                                      <p:to>
                                        <p:strVal val="visible"/>
                                      </p:to>
                                    </p:set>
                                    <p:animEffect transition="in" filter="fade">
                                      <p:cBhvr>
                                        <p:cTn id="18" dur="1000"/>
                                        <p:tgtEl>
                                          <p:spTgt spid="30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2">
                                            <p:txEl>
                                              <p:pRg st="0" end="0"/>
                                            </p:txEl>
                                          </p:spTgt>
                                        </p:tgtEl>
                                        <p:attrNameLst>
                                          <p:attrName>style.visibility</p:attrName>
                                        </p:attrNameLst>
                                      </p:cBhvr>
                                      <p:to>
                                        <p:strVal val="visible"/>
                                      </p:to>
                                    </p:set>
                                    <p:animEffect transition="in" filter="fade">
                                      <p:cBhvr>
                                        <p:cTn id="23" dur="1000"/>
                                        <p:tgtEl>
                                          <p:spTgt spid="3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31"/>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8" name="Google Shape;308;p31"/>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9" name="Google Shape;309;p31"/>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0" name="Google Shape;310;p31"/>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1" name="Google Shape;311;p31"/>
          <p:cNvSpPr txBox="1">
            <a:spLocks noGrp="1"/>
          </p:cNvSpPr>
          <p:nvPr>
            <p:ph type="body" idx="1"/>
          </p:nvPr>
        </p:nvSpPr>
        <p:spPr>
          <a:xfrm>
            <a:off x="807163" y="1431693"/>
            <a:ext cx="5401131" cy="290872"/>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IN" sz="2400" b="1" dirty="0"/>
              <a:t>4.Rainfall vs Agricultural Yield</a:t>
            </a:r>
            <a:endParaRPr sz="2400" b="1" dirty="0"/>
          </a:p>
        </p:txBody>
      </p:sp>
      <p:pic>
        <p:nvPicPr>
          <p:cNvPr id="2" name="Picture 1">
            <a:extLst>
              <a:ext uri="{FF2B5EF4-FFF2-40B4-BE49-F238E27FC236}">
                <a16:creationId xmlns:a16="http://schemas.microsoft.com/office/drawing/2014/main" id="{B4D59E0A-D673-59DA-69FC-704C5487D111}"/>
              </a:ext>
            </a:extLst>
          </p:cNvPr>
          <p:cNvPicPr>
            <a:picLocks noChangeAspect="1"/>
          </p:cNvPicPr>
          <p:nvPr/>
        </p:nvPicPr>
        <p:blipFill>
          <a:blip r:embed="rId4"/>
          <a:stretch>
            <a:fillRect/>
          </a:stretch>
        </p:blipFill>
        <p:spPr>
          <a:xfrm>
            <a:off x="3459602" y="1878887"/>
            <a:ext cx="8129032" cy="44805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 calcmode="lin" valueType="num">
                                      <p:cBhvr additive="base">
                                        <p:cTn id="7" dur="500"/>
                                        <p:tgtEl>
                                          <p:spTgt spid="308"/>
                                        </p:tgtEl>
                                        <p:attrNameLst>
                                          <p:attrName>ppt_w</p:attrName>
                                        </p:attrNameLst>
                                      </p:cBhvr>
                                      <p:tavLst>
                                        <p:tav tm="0">
                                          <p:val>
                                            <p:strVal val="0"/>
                                          </p:val>
                                        </p:tav>
                                        <p:tav tm="100000">
                                          <p:val>
                                            <p:strVal val="#ppt_w"/>
                                          </p:val>
                                        </p:tav>
                                      </p:tavLst>
                                    </p:anim>
                                    <p:anim calcmode="lin" valueType="num">
                                      <p:cBhvr additive="base">
                                        <p:cTn id="8" dur="500"/>
                                        <p:tgtEl>
                                          <p:spTgt spid="30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9"/>
                                        </p:tgtEl>
                                        <p:attrNameLst>
                                          <p:attrName>style.visibility</p:attrName>
                                        </p:attrNameLst>
                                      </p:cBhvr>
                                      <p:to>
                                        <p:strVal val="visible"/>
                                      </p:to>
                                    </p:set>
                                    <p:animEffect transition="in" filter="fade">
                                      <p:cBhvr>
                                        <p:cTn id="13" dur="1000"/>
                                        <p:tgtEl>
                                          <p:spTgt spid="30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0"/>
                                        </p:tgtEl>
                                        <p:attrNameLst>
                                          <p:attrName>style.visibility</p:attrName>
                                        </p:attrNameLst>
                                      </p:cBhvr>
                                      <p:to>
                                        <p:strVal val="visible"/>
                                      </p:to>
                                    </p:set>
                                    <p:animEffect transition="in" filter="fade">
                                      <p:cBhvr>
                                        <p:cTn id="18" dur="1000"/>
                                        <p:tgtEl>
                                          <p:spTgt spid="3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1">
                                            <p:txEl>
                                              <p:pRg st="0" end="0"/>
                                            </p:txEl>
                                          </p:spTgt>
                                        </p:tgtEl>
                                        <p:attrNameLst>
                                          <p:attrName>style.visibility</p:attrName>
                                        </p:attrNameLst>
                                      </p:cBhvr>
                                      <p:to>
                                        <p:strVal val="visible"/>
                                      </p:to>
                                    </p:set>
                                    <p:animEffect transition="in" filter="fade">
                                      <p:cBhvr>
                                        <p:cTn id="23" dur="1000"/>
                                        <p:tgtEl>
                                          <p:spTgt spid="3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32"/>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17" name="Google Shape;317;p32"/>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8" name="Google Shape;318;p32"/>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9" name="Google Shape;319;p32"/>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0" name="Google Shape;320;p32"/>
          <p:cNvSpPr txBox="1">
            <a:spLocks noGrp="1"/>
          </p:cNvSpPr>
          <p:nvPr>
            <p:ph type="body" idx="1"/>
          </p:nvPr>
        </p:nvSpPr>
        <p:spPr>
          <a:xfrm>
            <a:off x="807164" y="1431693"/>
            <a:ext cx="6235320" cy="894412"/>
          </a:xfrm>
          <a:prstGeom prst="rect">
            <a:avLst/>
          </a:prstGeom>
          <a:noFill/>
          <a:ln>
            <a:noFill/>
          </a:ln>
        </p:spPr>
        <p:txBody>
          <a:bodyPr spcFirstLastPara="1" wrap="square" lIns="91425" tIns="45700" rIns="91425" bIns="45700" anchor="t" anchorCtr="0">
            <a:noAutofit/>
          </a:bodyPr>
          <a:lstStyle/>
          <a:p>
            <a:pPr marL="127000" indent="0">
              <a:buNone/>
            </a:pPr>
            <a:r>
              <a:rPr lang="en-US" sz="2400" b="1" dirty="0"/>
              <a:t>5.</a:t>
            </a:r>
            <a:r>
              <a:rPr lang="en-IN" sz="2400" b="1" dirty="0"/>
              <a:t>Average Yield by Irrigation Method and season</a:t>
            </a:r>
            <a:endParaRPr sz="2400" b="1" dirty="0"/>
          </a:p>
        </p:txBody>
      </p:sp>
      <p:pic>
        <p:nvPicPr>
          <p:cNvPr id="7" name="Picture 6">
            <a:extLst>
              <a:ext uri="{FF2B5EF4-FFF2-40B4-BE49-F238E27FC236}">
                <a16:creationId xmlns:a16="http://schemas.microsoft.com/office/drawing/2014/main" id="{66F0ABDB-9521-F854-B470-0ABFB8DB36A8}"/>
              </a:ext>
            </a:extLst>
          </p:cNvPr>
          <p:cNvPicPr>
            <a:picLocks noChangeAspect="1"/>
          </p:cNvPicPr>
          <p:nvPr/>
        </p:nvPicPr>
        <p:blipFill>
          <a:blip r:embed="rId4"/>
          <a:stretch>
            <a:fillRect/>
          </a:stretch>
        </p:blipFill>
        <p:spPr>
          <a:xfrm>
            <a:off x="4345694" y="1991496"/>
            <a:ext cx="6725034" cy="46734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 calcmode="lin" valueType="num">
                                      <p:cBhvr additive="base">
                                        <p:cTn id="7" dur="500"/>
                                        <p:tgtEl>
                                          <p:spTgt spid="317"/>
                                        </p:tgtEl>
                                        <p:attrNameLst>
                                          <p:attrName>ppt_w</p:attrName>
                                        </p:attrNameLst>
                                      </p:cBhvr>
                                      <p:tavLst>
                                        <p:tav tm="0">
                                          <p:val>
                                            <p:strVal val="0"/>
                                          </p:val>
                                        </p:tav>
                                        <p:tav tm="100000">
                                          <p:val>
                                            <p:strVal val="#ppt_w"/>
                                          </p:val>
                                        </p:tav>
                                      </p:tavLst>
                                    </p:anim>
                                    <p:anim calcmode="lin" valueType="num">
                                      <p:cBhvr additive="base">
                                        <p:cTn id="8" dur="500"/>
                                        <p:tgtEl>
                                          <p:spTgt spid="31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8"/>
                                        </p:tgtEl>
                                        <p:attrNameLst>
                                          <p:attrName>style.visibility</p:attrName>
                                        </p:attrNameLst>
                                      </p:cBhvr>
                                      <p:to>
                                        <p:strVal val="visible"/>
                                      </p:to>
                                    </p:set>
                                    <p:animEffect transition="in" filter="fade">
                                      <p:cBhvr>
                                        <p:cTn id="13" dur="1000"/>
                                        <p:tgtEl>
                                          <p:spTgt spid="3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9"/>
                                        </p:tgtEl>
                                        <p:attrNameLst>
                                          <p:attrName>style.visibility</p:attrName>
                                        </p:attrNameLst>
                                      </p:cBhvr>
                                      <p:to>
                                        <p:strVal val="visible"/>
                                      </p:to>
                                    </p:set>
                                    <p:animEffect transition="in" filter="fade">
                                      <p:cBhvr>
                                        <p:cTn id="18" dur="1000"/>
                                        <p:tgtEl>
                                          <p:spTgt spid="3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0">
                                            <p:txEl>
                                              <p:pRg st="0" end="0"/>
                                            </p:txEl>
                                          </p:spTgt>
                                        </p:tgtEl>
                                        <p:attrNameLst>
                                          <p:attrName>style.visibility</p:attrName>
                                        </p:attrNameLst>
                                      </p:cBhvr>
                                      <p:to>
                                        <p:strVal val="visible"/>
                                      </p:to>
                                    </p:set>
                                    <p:animEffect transition="in" filter="fade">
                                      <p:cBhvr>
                                        <p:cTn id="23" dur="1000"/>
                                        <p:tgtEl>
                                          <p:spTgt spid="3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26" name="Google Shape;326;p33"/>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Future scope</a:t>
            </a:r>
            <a:endParaRPr/>
          </a:p>
        </p:txBody>
      </p:sp>
      <p:sp>
        <p:nvSpPr>
          <p:cNvPr id="327" name="Google Shape;327;p33"/>
          <p:cNvSpPr txBox="1"/>
          <p:nvPr/>
        </p:nvSpPr>
        <p:spPr>
          <a:xfrm>
            <a:off x="675957" y="1608371"/>
            <a:ext cx="8165292" cy="4183524"/>
          </a:xfrm>
          <a:prstGeom prst="rect">
            <a:avLst/>
          </a:prstGeom>
          <a:noFill/>
          <a:ln>
            <a:noFill/>
          </a:ln>
        </p:spPr>
        <p:txBody>
          <a:bodyPr spcFirstLastPara="1" wrap="square" lIns="91425" tIns="45700" rIns="91425" bIns="45700" anchor="t" anchorCtr="0">
            <a:normAutofit/>
          </a:bodyPr>
          <a:lstStyle/>
          <a:p>
            <a:pPr lvl="0">
              <a:buClr>
                <a:schemeClr val="accent1"/>
              </a:buClr>
              <a:buSzPts val="1600"/>
            </a:pPr>
            <a:r>
              <a:rPr lang="en-IN" sz="2800" dirty="0"/>
              <a:t>Currently, my project mainly focuses on </a:t>
            </a:r>
            <a:r>
              <a:rPr lang="en-IN" sz="2800" dirty="0" err="1"/>
              <a:t>analyzing</a:t>
            </a:r>
            <a:r>
              <a:rPr lang="en-IN" sz="2800" dirty="0"/>
              <a:t> the available agricultural data and finding patterns. In the future, I would like to expand it with more years and locations, and use machine learning to make predictions. I would also like to create an interactive dashboard so that the insights are easier for farmers and agricultural planners to understand and use.</a:t>
            </a:r>
            <a:endParaRPr sz="2800" dirty="0">
              <a:solidFill>
                <a:schemeClr val="dk1"/>
              </a:solidFill>
              <a:latin typeface="Trebuchet MS"/>
              <a:ea typeface="Trebuchet MS"/>
              <a:cs typeface="Trebuchet MS"/>
              <a:sym typeface="Trebuchet MS"/>
            </a:endParaRPr>
          </a:p>
        </p:txBody>
      </p:sp>
      <p:sp>
        <p:nvSpPr>
          <p:cNvPr id="328" name="Google Shape;328;p33"/>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 calcmode="lin" valueType="num">
                                      <p:cBhvr additive="base">
                                        <p:cTn id="7" dur="500"/>
                                        <p:tgtEl>
                                          <p:spTgt spid="326"/>
                                        </p:tgtEl>
                                        <p:attrNameLst>
                                          <p:attrName>ppt_w</p:attrName>
                                        </p:attrNameLst>
                                      </p:cBhvr>
                                      <p:tavLst>
                                        <p:tav tm="0">
                                          <p:val>
                                            <p:strVal val="0"/>
                                          </p:val>
                                        </p:tav>
                                        <p:tav tm="100000">
                                          <p:val>
                                            <p:strVal val="#ppt_w"/>
                                          </p:val>
                                        </p:tav>
                                      </p:tavLst>
                                    </p:anim>
                                    <p:anim calcmode="lin" valueType="num">
                                      <p:cBhvr additive="base">
                                        <p:cTn id="8" dur="500"/>
                                        <p:tgtEl>
                                          <p:spTgt spid="32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7"/>
                                        </p:tgtEl>
                                        <p:attrNameLst>
                                          <p:attrName>style.visibility</p:attrName>
                                        </p:attrNameLst>
                                      </p:cBhvr>
                                      <p:to>
                                        <p:strVal val="visible"/>
                                      </p:to>
                                    </p:set>
                                    <p:animEffect transition="in" filter="fade">
                                      <p:cBhvr>
                                        <p:cTn id="13" dur="1000"/>
                                        <p:tgtEl>
                                          <p:spTgt spid="3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8"/>
                                        </p:tgtEl>
                                        <p:attrNameLst>
                                          <p:attrName>style.visibility</p:attrName>
                                        </p:attrNameLst>
                                      </p:cBhvr>
                                      <p:to>
                                        <p:strVal val="visible"/>
                                      </p:to>
                                    </p:set>
                                    <p:animEffect transition="in" filter="fade">
                                      <p:cBhvr>
                                        <p:cTn id="18" dur="100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4"/>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34" name="Google Shape;334;p34"/>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GitHub Link</a:t>
            </a:r>
            <a:endParaRPr/>
          </a:p>
        </p:txBody>
      </p:sp>
      <p:sp>
        <p:nvSpPr>
          <p:cNvPr id="335" name="Google Shape;335;p34"/>
          <p:cNvSpPr txBox="1"/>
          <p:nvPr/>
        </p:nvSpPr>
        <p:spPr>
          <a:xfrm>
            <a:off x="401193" y="948670"/>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36" name="Google Shape;336;p34"/>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37" name="Google Shape;337;p34"/>
          <p:cNvSpPr txBox="1"/>
          <p:nvPr/>
        </p:nvSpPr>
        <p:spPr>
          <a:xfrm>
            <a:off x="675957" y="1275371"/>
            <a:ext cx="8387831" cy="707846"/>
          </a:xfrm>
          <a:prstGeom prst="rect">
            <a:avLst/>
          </a:prstGeom>
          <a:noFill/>
          <a:ln>
            <a:noFill/>
          </a:ln>
        </p:spPr>
        <p:txBody>
          <a:bodyPr spcFirstLastPara="1" wrap="square" lIns="91425" tIns="45700" rIns="91425" bIns="45700" anchor="t" anchorCtr="0">
            <a:spAutoFit/>
          </a:bodyPr>
          <a:lstStyle/>
          <a:p>
            <a:pPr lvl="0"/>
            <a:r>
              <a:rPr lang="en-IN" sz="2000" dirty="0"/>
              <a:t>https://github.com/Anusha-Thotakura/Seasonal-Agriculture-Performance-Analysis</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 calcmode="lin" valueType="num">
                                      <p:cBhvr additive="base">
                                        <p:cTn id="7" dur="500"/>
                                        <p:tgtEl>
                                          <p:spTgt spid="334"/>
                                        </p:tgtEl>
                                        <p:attrNameLst>
                                          <p:attrName>ppt_w</p:attrName>
                                        </p:attrNameLst>
                                      </p:cBhvr>
                                      <p:tavLst>
                                        <p:tav tm="0">
                                          <p:val>
                                            <p:strVal val="0"/>
                                          </p:val>
                                        </p:tav>
                                        <p:tav tm="100000">
                                          <p:val>
                                            <p:strVal val="#ppt_w"/>
                                          </p:val>
                                        </p:tav>
                                      </p:tavLst>
                                    </p:anim>
                                    <p:anim calcmode="lin" valueType="num">
                                      <p:cBhvr additive="base">
                                        <p:cTn id="8" dur="500"/>
                                        <p:tgtEl>
                                          <p:spTgt spid="33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35"/>
                                        </p:tgtEl>
                                        <p:attrNameLst>
                                          <p:attrName>style.visibility</p:attrName>
                                        </p:attrNameLst>
                                      </p:cBhvr>
                                      <p:to>
                                        <p:strVal val="visible"/>
                                      </p:to>
                                    </p:set>
                                    <p:animEffect transition="in" filter="fade">
                                      <p:cBhvr>
                                        <p:cTn id="13" dur="1000"/>
                                        <p:tgtEl>
                                          <p:spTgt spid="33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36"/>
                                        </p:tgtEl>
                                        <p:attrNameLst>
                                          <p:attrName>style.visibility</p:attrName>
                                        </p:attrNameLst>
                                      </p:cBhvr>
                                      <p:to>
                                        <p:strVal val="visible"/>
                                      </p:to>
                                    </p:set>
                                    <p:animEffect transition="in" filter="fade">
                                      <p:cBhvr>
                                        <p:cTn id="18" dur="1000"/>
                                        <p:tgtEl>
                                          <p:spTgt spid="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3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43" name="Google Shape;343;p35"/>
          <p:cNvSpPr txBox="1">
            <a:spLocks noGrp="1"/>
          </p:cNvSpPr>
          <p:nvPr>
            <p:ph type="title"/>
          </p:nvPr>
        </p:nvSpPr>
        <p:spPr>
          <a:xfrm>
            <a:off x="675957" y="370589"/>
            <a:ext cx="8351400" cy="884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44" name="Google Shape;344;p35"/>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45" name="Google Shape;345;p35"/>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3" name="Picture 2">
            <a:extLst>
              <a:ext uri="{FF2B5EF4-FFF2-40B4-BE49-F238E27FC236}">
                <a16:creationId xmlns:a16="http://schemas.microsoft.com/office/drawing/2014/main" id="{342CF3FC-BFCD-9FDF-8694-AA56ADEB2EBC}"/>
              </a:ext>
            </a:extLst>
          </p:cNvPr>
          <p:cNvPicPr>
            <a:picLocks noChangeAspect="1"/>
          </p:cNvPicPr>
          <p:nvPr/>
        </p:nvPicPr>
        <p:blipFill>
          <a:blip r:embed="rId4"/>
          <a:stretch>
            <a:fillRect/>
          </a:stretch>
        </p:blipFill>
        <p:spPr>
          <a:xfrm>
            <a:off x="2069942" y="1597072"/>
            <a:ext cx="7895004" cy="48748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 calcmode="lin" valueType="num">
                                      <p:cBhvr additive="base">
                                        <p:cTn id="7" dur="500"/>
                                        <p:tgtEl>
                                          <p:spTgt spid="343"/>
                                        </p:tgtEl>
                                        <p:attrNameLst>
                                          <p:attrName>ppt_w</p:attrName>
                                        </p:attrNameLst>
                                      </p:cBhvr>
                                      <p:tavLst>
                                        <p:tav tm="0">
                                          <p:val>
                                            <p:strVal val="0"/>
                                          </p:val>
                                        </p:tav>
                                        <p:tav tm="100000">
                                          <p:val>
                                            <p:strVal val="#ppt_w"/>
                                          </p:val>
                                        </p:tav>
                                      </p:tavLst>
                                    </p:anim>
                                    <p:anim calcmode="lin" valueType="num">
                                      <p:cBhvr additive="base">
                                        <p:cTn id="8" dur="500"/>
                                        <p:tgtEl>
                                          <p:spTgt spid="34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44"/>
                                        </p:tgtEl>
                                        <p:attrNameLst>
                                          <p:attrName>style.visibility</p:attrName>
                                        </p:attrNameLst>
                                      </p:cBhvr>
                                      <p:to>
                                        <p:strVal val="visible"/>
                                      </p:to>
                                    </p:set>
                                    <p:animEffect transition="in" filter="fade">
                                      <p:cBhvr>
                                        <p:cTn id="13" dur="1000"/>
                                        <p:tgtEl>
                                          <p:spTgt spid="3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45"/>
                                        </p:tgtEl>
                                        <p:attrNameLst>
                                          <p:attrName>style.visibility</p:attrName>
                                        </p:attrNameLst>
                                      </p:cBhvr>
                                      <p:to>
                                        <p:strVal val="visible"/>
                                      </p:to>
                                    </p:set>
                                    <p:animEffect transition="in" filter="fade">
                                      <p:cBhvr>
                                        <p:cTn id="18" dur="10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rebuchet MS"/>
              <a:buNone/>
            </a:pPr>
            <a:r>
              <a:rPr lang="en-US" sz="4800" b="1">
                <a:solidFill>
                  <a:schemeClr val="dk1"/>
                </a:solidFill>
              </a:rPr>
              <a:t>Thank you</a:t>
            </a:r>
            <a:endParaRPr/>
          </a:p>
        </p:txBody>
      </p:sp>
      <p:sp>
        <p:nvSpPr>
          <p:cNvPr id="351" name="Google Shape;351;p36"/>
          <p:cNvSpPr txBox="1">
            <a:spLocks noGrp="1"/>
          </p:cNvSpPr>
          <p:nvPr>
            <p:ph type="body" idx="8"/>
          </p:nvPr>
        </p:nvSpPr>
        <p:spPr>
          <a:xfrm>
            <a:off x="3727865" y="4641925"/>
            <a:ext cx="2139600" cy="1108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a:p>
        </p:txBody>
      </p:sp>
      <p:sp>
        <p:nvSpPr>
          <p:cNvPr id="352" name="Google Shape;352;p36"/>
          <p:cNvSpPr txBox="1"/>
          <p:nvPr/>
        </p:nvSpPr>
        <p:spPr>
          <a:xfrm>
            <a:off x="878337" y="4134780"/>
            <a:ext cx="2596500" cy="4539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a:ea typeface="Trebuchet MS"/>
              <a:cs typeface="Trebuchet MS"/>
              <a:sym typeface="Trebuchet MS"/>
            </a:endParaRPr>
          </a:p>
        </p:txBody>
      </p:sp>
      <p:sp>
        <p:nvSpPr>
          <p:cNvPr id="353" name="Google Shape;353;p36"/>
          <p:cNvSpPr txBox="1"/>
          <p:nvPr/>
        </p:nvSpPr>
        <p:spPr>
          <a:xfrm>
            <a:off x="5353508" y="3962573"/>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4" name="Google Shape;354;p36"/>
          <p:cNvSpPr txBox="1"/>
          <p:nvPr/>
        </p:nvSpPr>
        <p:spPr>
          <a:xfrm>
            <a:off x="7789163" y="3962572"/>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5" name="Google Shape;355;p36"/>
          <p:cNvSpPr txBox="1"/>
          <p:nvPr/>
        </p:nvSpPr>
        <p:spPr>
          <a:xfrm>
            <a:off x="6096000"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a:ea typeface="Trebuchet MS"/>
              <a:cs typeface="Trebuchet MS"/>
              <a:sym typeface="Trebuchet MS"/>
            </a:endParaRPr>
          </a:p>
        </p:txBody>
      </p:sp>
      <p:sp>
        <p:nvSpPr>
          <p:cNvPr id="356" name="Google Shape;356;p36"/>
          <p:cNvSpPr txBox="1"/>
          <p:nvPr/>
        </p:nvSpPr>
        <p:spPr>
          <a:xfrm>
            <a:off x="8591363"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57" name="Google Shape;357;p36"/>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58" name="Google Shape;358;p36"/>
          <p:cNvSpPr txBox="1">
            <a:spLocks noGrp="1"/>
          </p:cNvSpPr>
          <p:nvPr>
            <p:ph type="body" idx="7"/>
          </p:nvPr>
        </p:nvSpPr>
        <p:spPr>
          <a:xfrm>
            <a:off x="2975013" y="3962573"/>
            <a:ext cx="2139600" cy="3444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SzPct val="800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500"/>
                                        <p:tgtEl>
                                          <p:spTgt spid="350"/>
                                        </p:tgtEl>
                                        <p:attrNameLst>
                                          <p:attrName>ppt_w</p:attrName>
                                        </p:attrNameLst>
                                      </p:cBhvr>
                                      <p:tavLst>
                                        <p:tav tm="0">
                                          <p:val>
                                            <p:strVal val="0"/>
                                          </p:val>
                                        </p:tav>
                                        <p:tav tm="100000">
                                          <p:val>
                                            <p:strVal val="#ppt_w"/>
                                          </p:val>
                                        </p:tav>
                                      </p:tavLst>
                                    </p:anim>
                                    <p:anim calcmode="lin" valueType="num">
                                      <p:cBhvr additive="base">
                                        <p:cTn id="8" dur="500"/>
                                        <p:tgtEl>
                                          <p:spTgt spid="35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2"/>
                                        </p:tgtEl>
                                        <p:attrNameLst>
                                          <p:attrName>style.visibility</p:attrName>
                                        </p:attrNameLst>
                                      </p:cBhvr>
                                      <p:to>
                                        <p:strVal val="visible"/>
                                      </p:to>
                                    </p:set>
                                    <p:animEffect transition="in" filter="fade">
                                      <p:cBhvr>
                                        <p:cTn id="13" dur="500"/>
                                        <p:tgtEl>
                                          <p:spTgt spid="3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51">
                                            <p:txEl>
                                              <p:pRg st="0" end="0"/>
                                            </p:txEl>
                                          </p:spTgt>
                                        </p:tgtEl>
                                        <p:attrNameLst>
                                          <p:attrName>style.visibility</p:attrName>
                                        </p:attrNameLst>
                                      </p:cBhvr>
                                      <p:to>
                                        <p:strVal val="visible"/>
                                      </p:to>
                                    </p:set>
                                    <p:animEffect transition="in" filter="fade">
                                      <p:cBhvr>
                                        <p:cTn id="18" dur="500"/>
                                        <p:tgtEl>
                                          <p:spTgt spid="35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3"/>
                                        </p:tgtEl>
                                        <p:attrNameLst>
                                          <p:attrName>style.visibility</p:attrName>
                                        </p:attrNameLst>
                                      </p:cBhvr>
                                      <p:to>
                                        <p:strVal val="visible"/>
                                      </p:to>
                                    </p:set>
                                    <p:animEffect transition="in" filter="fade">
                                      <p:cBhvr>
                                        <p:cTn id="23" dur="500"/>
                                        <p:tgtEl>
                                          <p:spTgt spid="3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55"/>
                                        </p:tgtEl>
                                        <p:attrNameLst>
                                          <p:attrName>style.visibility</p:attrName>
                                        </p:attrNameLst>
                                      </p:cBhvr>
                                      <p:to>
                                        <p:strVal val="visible"/>
                                      </p:to>
                                    </p:set>
                                    <p:animEffect transition="in" filter="fade">
                                      <p:cBhvr>
                                        <p:cTn id="28" dur="500"/>
                                        <p:tgtEl>
                                          <p:spTgt spid="35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54"/>
                                        </p:tgtEl>
                                        <p:attrNameLst>
                                          <p:attrName>style.visibility</p:attrName>
                                        </p:attrNameLst>
                                      </p:cBhvr>
                                      <p:to>
                                        <p:strVal val="visible"/>
                                      </p:to>
                                    </p:set>
                                    <p:animEffect transition="in" filter="fade">
                                      <p:cBhvr>
                                        <p:cTn id="33" dur="500"/>
                                        <p:tgtEl>
                                          <p:spTgt spid="35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56"/>
                                        </p:tgtEl>
                                        <p:attrNameLst>
                                          <p:attrName>style.visibility</p:attrName>
                                        </p:attrNameLst>
                                      </p:cBhvr>
                                      <p:to>
                                        <p:strVal val="visible"/>
                                      </p:to>
                                    </p:set>
                                    <p:animEffect transition="in" filter="fade">
                                      <p:cBhvr>
                                        <p:cTn id="38"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492</Words>
  <Application>Microsoft Office PowerPoint</Application>
  <PresentationFormat>Widescreen</PresentationFormat>
  <Paragraphs>46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Noto Sans Symbols</vt:lpstr>
      <vt:lpstr>Trebuchet MS</vt:lpstr>
      <vt:lpstr>Facet</vt:lpstr>
      <vt:lpstr>Project Title -Seasonal Agriculture Performance Analysis</vt:lpstr>
      <vt:lpstr>PROBLEM  STATEMENT</vt:lpstr>
      <vt:lpstr>Project Description  My project is about understanding how agricultural performance changes across different seasons. I used an agricultural dataset containing information about crops, weather conditions, irrigation, yield and profit. I analyzed this data using Python and created different graphs to identify patterns and relationships. The main purpose is to turn the raw agricultural data into simple insights that can help us better understand seasonal farming performance.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 Anusha</dc:creator>
  <cp:lastModifiedBy>anushathotakura666@outlook.com</cp:lastModifiedBy>
  <cp:revision>1</cp:revision>
  <dcterms:modified xsi:type="dcterms:W3CDTF">2026-09-15T15:52:24Z</dcterms:modified>
</cp:coreProperties>
</file>